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2" r:id="rId4"/>
    <p:sldMasterId id="214748370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Manrope Light"/>
      <p:regular r:id="rId13"/>
      <p:bold r:id="rId14"/>
    </p:embeddedFont>
    <p:embeddedFont>
      <p:font typeface="Anton"/>
      <p:regular r:id="rId15"/>
    </p:embeddedFont>
    <p:embeddedFont>
      <p:font typeface="Manrope SemiBold"/>
      <p:regular r:id="rId16"/>
      <p:bold r:id="rId17"/>
    </p:embeddedFont>
    <p:embeddedFont>
      <p:font typeface="Manrope"/>
      <p:regular r:id="rId18"/>
      <p:bold r:id="rId19"/>
    </p:embeddedFont>
    <p:embeddedFont>
      <p:font typeface="Manrope ExtraBold"/>
      <p:bold r:id="rId20"/>
    </p:embeddedFont>
    <p:embeddedFont>
      <p:font typeface="Manrope Medium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nropeExtraBold-bold.fntdata"/><Relationship Id="rId22" Type="http://schemas.openxmlformats.org/officeDocument/2006/relationships/font" Target="fonts/ManropeMedium-bold.fntdata"/><Relationship Id="rId21" Type="http://schemas.openxmlformats.org/officeDocument/2006/relationships/font" Target="fonts/Manrope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ManropeLight-regular.fntdata"/><Relationship Id="rId12" Type="http://schemas.openxmlformats.org/officeDocument/2006/relationships/slide" Target="slides/slide6.xml"/><Relationship Id="rId15" Type="http://schemas.openxmlformats.org/officeDocument/2006/relationships/font" Target="fonts/Anton-regular.fntdata"/><Relationship Id="rId14" Type="http://schemas.openxmlformats.org/officeDocument/2006/relationships/font" Target="fonts/ManropeLight-bold.fntdata"/><Relationship Id="rId17" Type="http://schemas.openxmlformats.org/officeDocument/2006/relationships/font" Target="fonts/ManropeSemiBold-bold.fntdata"/><Relationship Id="rId16" Type="http://schemas.openxmlformats.org/officeDocument/2006/relationships/font" Target="fonts/ManropeSemiBold-regular.fntdata"/><Relationship Id="rId19" Type="http://schemas.openxmlformats.org/officeDocument/2006/relationships/font" Target="fonts/Manrope-bold.fntdata"/><Relationship Id="rId18" Type="http://schemas.openxmlformats.org/officeDocument/2006/relationships/font" Target="fonts/Manrop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h6dea74c07c2ffce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h6dea74c07c2ffce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h6dea74c07c2ffce6_0_10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2" name="Google Shape;1072;h6dea74c07c2ffce6_0_1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h6dea74c07c2ffce6_0_10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h6dea74c07c2ffce6_0_10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h6dea74c07c2ffce6_0_10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8" name="Google Shape;1098;h6dea74c07c2ffce6_0_10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h6dea74c07c2ffce6_0_1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3" name="Google Shape;1103;h6dea74c07c2ffce6_0_1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h6dea74c07c2ffce6_0_1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8" name="Google Shape;1108;h6dea74c07c2ffce6_0_1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TITLE">
  <p:cSld name="BLANK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4"/>
          <p:cNvGrpSpPr/>
          <p:nvPr/>
        </p:nvGrpSpPr>
        <p:grpSpPr>
          <a:xfrm>
            <a:off x="-23299" y="-8075"/>
            <a:ext cx="9190577" cy="5150040"/>
            <a:chOff x="11751" y="-6300"/>
            <a:chExt cx="9190577" cy="5150040"/>
          </a:xfrm>
        </p:grpSpPr>
        <p:grpSp>
          <p:nvGrpSpPr>
            <p:cNvPr id="55" name="Google Shape;55;p14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56" name="Google Shape;56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" name="Google Shape;57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" name="Google Shape;58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" name="Google Shape;59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" name="Google Shape;60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" name="Google Shape;61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" name="Google Shape;62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3" name="Google Shape;63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" name="Google Shape;64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" name="Google Shape;65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6" name="Google Shape;66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7" name="Google Shape;67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8" name="Google Shape;68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9" name="Google Shape;69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0" name="Google Shape;70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1" name="Google Shape;71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2" name="Google Shape;72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3" name="Google Shape;73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" name="Google Shape;74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" name="Google Shape;75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6" name="Google Shape;76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" name="Google Shape;77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8" name="Google Shape;78;p14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79" name="Google Shape;79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0" name="Google Shape;80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1" name="Google Shape;81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" name="Google Shape;82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3" name="Google Shape;83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4" name="Google Shape;84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5" name="Google Shape;85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6" name="Google Shape;86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7" name="Google Shape;87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8" name="Google Shape;88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" name="Google Shape;89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" name="Google Shape;90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1" name="Google Shape;91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" name="Google Shape;92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3" name="Google Shape;93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" name="Google Shape;94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" name="Google Shape;95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" name="Google Shape;96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" name="Google Shape;97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" name="Google Shape;98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" name="Google Shape;99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" name="Google Shape;100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01" name="Google Shape;101;p14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102" name="Google Shape;102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3" name="Google Shape;103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4" name="Google Shape;104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5" name="Google Shape;105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6" name="Google Shape;106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7" name="Google Shape;107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8" name="Google Shape;108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9" name="Google Shape;109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0" name="Google Shape;110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1" name="Google Shape;111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2" name="Google Shape;112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3" name="Google Shape;113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4" name="Google Shape;114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5" name="Google Shape;115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6" name="Google Shape;116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7" name="Google Shape;117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8" name="Google Shape;118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9" name="Google Shape;119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0" name="Google Shape;120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1" name="Google Shape;121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2" name="Google Shape;122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3" name="Google Shape;123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24" name="Google Shape;124;p14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125" name="Google Shape;125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6" name="Google Shape;126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7" name="Google Shape;127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8" name="Google Shape;128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9" name="Google Shape;129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0" name="Google Shape;130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1" name="Google Shape;131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2" name="Google Shape;132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3" name="Google Shape;133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4" name="Google Shape;134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5" name="Google Shape;135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6" name="Google Shape;136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7" name="Google Shape;137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8" name="Google Shape;138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9" name="Google Shape;139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0" name="Google Shape;140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1" name="Google Shape;141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2" name="Google Shape;142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3" name="Google Shape;143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4" name="Google Shape;144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5" name="Google Shape;145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6" name="Google Shape;146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147" name="Google Shape;147;p14"/>
          <p:cNvSpPr txBox="1"/>
          <p:nvPr>
            <p:ph type="title"/>
          </p:nvPr>
        </p:nvSpPr>
        <p:spPr>
          <a:xfrm>
            <a:off x="1081850" y="1719900"/>
            <a:ext cx="6984900" cy="169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4"/>
          <p:cNvSpPr txBox="1"/>
          <p:nvPr>
            <p:ph idx="2" type="title"/>
          </p:nvPr>
        </p:nvSpPr>
        <p:spPr>
          <a:xfrm rot="-54379">
            <a:off x="5015453" y="3227438"/>
            <a:ext cx="1517290" cy="301238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Manrope ExtraBold"/>
              <a:buNone/>
              <a:defRPr b="0"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149" name="Google Shape;149;p14"/>
          <p:cNvSpPr txBox="1"/>
          <p:nvPr>
            <p:ph idx="1" type="body"/>
          </p:nvPr>
        </p:nvSpPr>
        <p:spPr>
          <a:xfrm>
            <a:off x="2422100" y="4170725"/>
            <a:ext cx="4304400" cy="43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150" name="Google Shape;150;p14"/>
          <p:cNvSpPr txBox="1"/>
          <p:nvPr>
            <p:ph idx="3" type="title"/>
          </p:nvPr>
        </p:nvSpPr>
        <p:spPr>
          <a:xfrm rot="-555761">
            <a:off x="6594632" y="3130269"/>
            <a:ext cx="1047458" cy="301246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Manrope ExtraBold"/>
              <a:buNone/>
              <a:defRPr b="0"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151" name="Google Shape;151;p14"/>
          <p:cNvSpPr txBox="1"/>
          <p:nvPr>
            <p:ph idx="4" type="subTitle"/>
          </p:nvPr>
        </p:nvSpPr>
        <p:spPr>
          <a:xfrm rot="-503039">
            <a:off x="2206578" y="1204399"/>
            <a:ext cx="2211838" cy="438184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b="1" sz="1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BLANK_1">
    <p:bg>
      <p:bgPr>
        <a:solidFill>
          <a:schemeClr val="l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/>
          <p:nvPr/>
        </p:nvSpPr>
        <p:spPr>
          <a:xfrm>
            <a:off x="0" y="0"/>
            <a:ext cx="9161700" cy="5143500"/>
          </a:xfrm>
          <a:prstGeom prst="snip1Rect">
            <a:avLst>
              <a:gd fmla="val 2416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4" name="Google Shape;154;p15"/>
          <p:cNvSpPr txBox="1"/>
          <p:nvPr>
            <p:ph type="title"/>
          </p:nvPr>
        </p:nvSpPr>
        <p:spPr>
          <a:xfrm>
            <a:off x="460500" y="2025700"/>
            <a:ext cx="4703100" cy="1821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b="0" sz="9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5"/>
          <p:cNvSpPr txBox="1"/>
          <p:nvPr>
            <p:ph idx="1" type="body"/>
          </p:nvPr>
        </p:nvSpPr>
        <p:spPr>
          <a:xfrm>
            <a:off x="460500" y="4085525"/>
            <a:ext cx="3501600" cy="59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56" name="Google Shape;156;p15"/>
          <p:cNvSpPr/>
          <p:nvPr/>
        </p:nvSpPr>
        <p:spPr>
          <a:xfrm>
            <a:off x="7735575" y="-10150"/>
            <a:ext cx="1428750" cy="1320800"/>
          </a:xfrm>
          <a:custGeom>
            <a:rect b="b" l="l" r="r" t="t"/>
            <a:pathLst>
              <a:path extrusionOk="0" h="52832" w="57150">
                <a:moveTo>
                  <a:pt x="4572" y="0"/>
                </a:moveTo>
                <a:lnTo>
                  <a:pt x="0" y="51308"/>
                </a:lnTo>
                <a:lnTo>
                  <a:pt x="57150" y="52832"/>
                </a:lnTo>
                <a:lnTo>
                  <a:pt x="57150" y="47752"/>
                </a:lnTo>
                <a:lnTo>
                  <a:pt x="91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"/>
          <p:cNvSpPr txBox="1"/>
          <p:nvPr>
            <p:ph idx="1" type="body"/>
          </p:nvPr>
        </p:nvSpPr>
        <p:spPr>
          <a:xfrm>
            <a:off x="925650" y="1204025"/>
            <a:ext cx="4028700" cy="36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23850" lvl="1" marL="9144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23850" lvl="2" marL="13716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23850" lvl="3" marL="18288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23850" lvl="4" marL="22860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23850" lvl="5" marL="27432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23850" lvl="6" marL="32004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23850" lvl="7" marL="36576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23850" lvl="8" marL="41148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-6750" y="576950"/>
            <a:ext cx="9144146" cy="4114800"/>
            <a:chOff x="-6750" y="576950"/>
            <a:chExt cx="9144146" cy="4114800"/>
          </a:xfrm>
        </p:grpSpPr>
        <p:cxnSp>
          <p:nvCxnSpPr>
            <p:cNvPr id="160" name="Google Shape;160;p16"/>
            <p:cNvCxnSpPr/>
            <p:nvPr/>
          </p:nvCxnSpPr>
          <p:spPr>
            <a:xfrm>
              <a:off x="-6750" y="5769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" name="Google Shape;161;p16"/>
            <p:cNvCxnSpPr/>
            <p:nvPr/>
          </p:nvCxnSpPr>
          <p:spPr>
            <a:xfrm>
              <a:off x="-4" y="10913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" name="Google Shape;162;p16"/>
            <p:cNvCxnSpPr/>
            <p:nvPr/>
          </p:nvCxnSpPr>
          <p:spPr>
            <a:xfrm>
              <a:off x="-4" y="16056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" name="Google Shape;163;p16"/>
            <p:cNvCxnSpPr/>
            <p:nvPr/>
          </p:nvCxnSpPr>
          <p:spPr>
            <a:xfrm>
              <a:off x="-4" y="21200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" name="Google Shape;164;p16"/>
            <p:cNvCxnSpPr/>
            <p:nvPr/>
          </p:nvCxnSpPr>
          <p:spPr>
            <a:xfrm>
              <a:off x="-4" y="26343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5" name="Google Shape;165;p16"/>
            <p:cNvCxnSpPr/>
            <p:nvPr/>
          </p:nvCxnSpPr>
          <p:spPr>
            <a:xfrm>
              <a:off x="-4" y="31487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6" name="Google Shape;166;p16"/>
            <p:cNvCxnSpPr/>
            <p:nvPr/>
          </p:nvCxnSpPr>
          <p:spPr>
            <a:xfrm>
              <a:off x="-4" y="36630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" name="Google Shape;167;p16"/>
            <p:cNvCxnSpPr/>
            <p:nvPr/>
          </p:nvCxnSpPr>
          <p:spPr>
            <a:xfrm>
              <a:off x="-4" y="41774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8" name="Google Shape;168;p16"/>
            <p:cNvCxnSpPr/>
            <p:nvPr/>
          </p:nvCxnSpPr>
          <p:spPr>
            <a:xfrm>
              <a:off x="-4" y="46917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69" name="Google Shape;169;p16"/>
          <p:cNvCxnSpPr/>
          <p:nvPr/>
        </p:nvCxnSpPr>
        <p:spPr>
          <a:xfrm>
            <a:off x="7103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" name="Google Shape;170;p16"/>
          <p:cNvCxnSpPr/>
          <p:nvPr/>
        </p:nvCxnSpPr>
        <p:spPr>
          <a:xfrm>
            <a:off x="664825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p16"/>
          <p:cNvSpPr/>
          <p:nvPr/>
        </p:nvSpPr>
        <p:spPr>
          <a:xfrm>
            <a:off x="245425" y="1542047"/>
            <a:ext cx="132600" cy="1272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245425" y="3599460"/>
            <a:ext cx="132600" cy="1272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3" name="Google Shape;173;p16"/>
          <p:cNvSpPr txBox="1"/>
          <p:nvPr>
            <p:ph type="title"/>
          </p:nvPr>
        </p:nvSpPr>
        <p:spPr>
          <a:xfrm rot="-289081">
            <a:off x="587746" y="495097"/>
            <a:ext cx="2100221" cy="569601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Anton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Quarter's Goals">
  <p:cSld name="CUSTOM_1_1_3_1_1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17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176" name="Google Shape;176;p17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7" name="Google Shape;177;p17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8" name="Google Shape;178;p17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9" name="Google Shape;179;p17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0" name="Google Shape;180;p17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1" name="Google Shape;181;p17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2" name="Google Shape;182;p17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3" name="Google Shape;183;p17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4" name="Google Shape;184;p17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85" name="Google Shape;185;p17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6" name="Google Shape;186;p17"/>
          <p:cNvGrpSpPr/>
          <p:nvPr/>
        </p:nvGrpSpPr>
        <p:grpSpPr>
          <a:xfrm>
            <a:off x="114421" y="175123"/>
            <a:ext cx="134104" cy="4750255"/>
            <a:chOff x="114421" y="175123"/>
            <a:chExt cx="134104" cy="4750255"/>
          </a:xfrm>
        </p:grpSpPr>
        <p:grpSp>
          <p:nvGrpSpPr>
            <p:cNvPr id="187" name="Google Shape;187;p17"/>
            <p:cNvGrpSpPr/>
            <p:nvPr/>
          </p:nvGrpSpPr>
          <p:grpSpPr>
            <a:xfrm>
              <a:off x="114421" y="175123"/>
              <a:ext cx="134104" cy="4334807"/>
              <a:chOff x="5432271" y="383100"/>
              <a:chExt cx="137854" cy="4456010"/>
            </a:xfrm>
          </p:grpSpPr>
          <p:grpSp>
            <p:nvGrpSpPr>
              <p:cNvPr id="188" name="Google Shape;188;p17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189" name="Google Shape;189;p1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90" name="Google Shape;190;p1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91" name="Google Shape;191;p17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92" name="Google Shape;192;p17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193" name="Google Shape;193;p1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94" name="Google Shape;194;p1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95" name="Google Shape;195;p17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96" name="Google Shape;196;p17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197" name="Google Shape;197;p1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98" name="Google Shape;198;p1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99" name="Google Shape;199;p17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00" name="Google Shape;200;p17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201" name="Google Shape;201;p1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02" name="Google Shape;202;p1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203" name="Google Shape;203;p17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04" name="Google Shape;204;p17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05" name="Google Shape;205;p17"/>
          <p:cNvSpPr txBox="1"/>
          <p:nvPr>
            <p:ph idx="1" type="body"/>
          </p:nvPr>
        </p:nvSpPr>
        <p:spPr>
          <a:xfrm>
            <a:off x="3993050" y="2658175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06" name="Google Shape;206;p17"/>
          <p:cNvSpPr txBox="1"/>
          <p:nvPr>
            <p:ph idx="2" type="body"/>
          </p:nvPr>
        </p:nvSpPr>
        <p:spPr>
          <a:xfrm>
            <a:off x="3993050" y="3668450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07" name="Google Shape;207;p17"/>
          <p:cNvSpPr txBox="1"/>
          <p:nvPr>
            <p:ph idx="3" type="body"/>
          </p:nvPr>
        </p:nvSpPr>
        <p:spPr>
          <a:xfrm>
            <a:off x="3993050" y="1644550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08" name="Google Shape;208;p17"/>
          <p:cNvSpPr txBox="1"/>
          <p:nvPr>
            <p:ph idx="4" type="title"/>
          </p:nvPr>
        </p:nvSpPr>
        <p:spPr>
          <a:xfrm>
            <a:off x="1075800" y="2925625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09" name="Google Shape;209;p17"/>
          <p:cNvSpPr txBox="1"/>
          <p:nvPr>
            <p:ph idx="5" type="title"/>
          </p:nvPr>
        </p:nvSpPr>
        <p:spPr>
          <a:xfrm>
            <a:off x="1075800" y="3935900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10" name="Google Shape;210;p17"/>
          <p:cNvSpPr txBox="1"/>
          <p:nvPr>
            <p:ph idx="6" type="title"/>
          </p:nvPr>
        </p:nvSpPr>
        <p:spPr>
          <a:xfrm>
            <a:off x="1075800" y="1912000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11" name="Google Shape;211;p17"/>
          <p:cNvSpPr txBox="1"/>
          <p:nvPr>
            <p:ph idx="7" type="title"/>
          </p:nvPr>
        </p:nvSpPr>
        <p:spPr>
          <a:xfrm>
            <a:off x="543400" y="1912000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12" name="Google Shape;212;p17"/>
          <p:cNvSpPr txBox="1"/>
          <p:nvPr>
            <p:ph idx="8" type="title"/>
          </p:nvPr>
        </p:nvSpPr>
        <p:spPr>
          <a:xfrm>
            <a:off x="543400" y="2925625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13" name="Google Shape;213;p17"/>
          <p:cNvSpPr txBox="1"/>
          <p:nvPr>
            <p:ph idx="9" type="title"/>
          </p:nvPr>
        </p:nvSpPr>
        <p:spPr>
          <a:xfrm>
            <a:off x="543400" y="3935900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1_1_1_3_1">
    <p:bg>
      <p:bgPr>
        <a:solidFill>
          <a:schemeClr val="lt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8"/>
          <p:cNvSpPr txBox="1"/>
          <p:nvPr>
            <p:ph type="title"/>
          </p:nvPr>
        </p:nvSpPr>
        <p:spPr>
          <a:xfrm rot="276584">
            <a:off x="5845454" y="1487909"/>
            <a:ext cx="2123971" cy="496007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6" name="Google Shape;216;p18"/>
          <p:cNvSpPr txBox="1"/>
          <p:nvPr>
            <p:ph idx="1" type="body"/>
          </p:nvPr>
        </p:nvSpPr>
        <p:spPr>
          <a:xfrm rot="274997">
            <a:off x="5798057" y="2041282"/>
            <a:ext cx="2121183" cy="603735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17" name="Google Shape;217;p18"/>
          <p:cNvSpPr txBox="1"/>
          <p:nvPr>
            <p:ph idx="2" type="title"/>
          </p:nvPr>
        </p:nvSpPr>
        <p:spPr>
          <a:xfrm rot="-689737">
            <a:off x="3250012" y="1354783"/>
            <a:ext cx="2124008" cy="49592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8" name="Google Shape;218;p18"/>
          <p:cNvSpPr txBox="1"/>
          <p:nvPr>
            <p:ph idx="3" type="body"/>
          </p:nvPr>
        </p:nvSpPr>
        <p:spPr>
          <a:xfrm rot="-691086">
            <a:off x="3372841" y="1897943"/>
            <a:ext cx="2121422" cy="603767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19" name="Google Shape;219;p18"/>
          <p:cNvSpPr txBox="1"/>
          <p:nvPr>
            <p:ph idx="4" type="title"/>
          </p:nvPr>
        </p:nvSpPr>
        <p:spPr>
          <a:xfrm>
            <a:off x="508875" y="1801500"/>
            <a:ext cx="2645400" cy="16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400"/>
              <a:buNone/>
              <a:defRPr b="0" sz="6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20" name="Google Shape;220;p18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1" name="Google Shape;221;p18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224" name="Google Shape;224;p18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5" name="Google Shape;225;p18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" name="Google Shape;226;p18"/>
          <p:cNvSpPr txBox="1"/>
          <p:nvPr>
            <p:ph idx="5" type="title"/>
          </p:nvPr>
        </p:nvSpPr>
        <p:spPr>
          <a:xfrm rot="486">
            <a:off x="4078754" y="2803718"/>
            <a:ext cx="21240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7" name="Google Shape;227;p18"/>
          <p:cNvSpPr txBox="1"/>
          <p:nvPr>
            <p:ph idx="6" type="body"/>
          </p:nvPr>
        </p:nvSpPr>
        <p:spPr>
          <a:xfrm rot="-972">
            <a:off x="4080134" y="3359087"/>
            <a:ext cx="2121300" cy="603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">
  <p:cSld name="CUSTOM_1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19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230" name="Google Shape;230;p19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1" name="Google Shape;231;p19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2" name="Google Shape;232;p19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3" name="Google Shape;233;p19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4" name="Google Shape;234;p19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5" name="Google Shape;235;p19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6" name="Google Shape;236;p19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7" name="Google Shape;237;p19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8" name="Google Shape;238;p19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239" name="Google Shape;239;p19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0" name="Google Shape;240;p19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241" name="Google Shape;241;p19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242" name="Google Shape;242;p19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243" name="Google Shape;243;p19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44" name="Google Shape;244;p19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45" name="Google Shape;245;p19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46" name="Google Shape;246;p19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247" name="Google Shape;247;p19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48" name="Google Shape;248;p19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49" name="Google Shape;249;p19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50" name="Google Shape;250;p19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251" name="Google Shape;251;p19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52" name="Google Shape;252;p19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53" name="Google Shape;253;p19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54" name="Google Shape;254;p19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255" name="Google Shape;255;p19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56" name="Google Shape;256;p19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257" name="Google Shape;257;p19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58" name="Google Shape;258;p19"/>
          <p:cNvSpPr txBox="1"/>
          <p:nvPr>
            <p:ph type="title"/>
          </p:nvPr>
        </p:nvSpPr>
        <p:spPr>
          <a:xfrm>
            <a:off x="871325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59" name="Google Shape;259;p19"/>
          <p:cNvSpPr txBox="1"/>
          <p:nvPr>
            <p:ph idx="2" type="title"/>
          </p:nvPr>
        </p:nvSpPr>
        <p:spPr>
          <a:xfrm>
            <a:off x="3587619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60" name="Google Shape;260;p19"/>
          <p:cNvSpPr txBox="1"/>
          <p:nvPr>
            <p:ph idx="3" type="title"/>
          </p:nvPr>
        </p:nvSpPr>
        <p:spPr>
          <a:xfrm>
            <a:off x="6179075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61" name="Google Shape;261;p19"/>
          <p:cNvSpPr/>
          <p:nvPr>
            <p:ph idx="4" type="pic"/>
          </p:nvPr>
        </p:nvSpPr>
        <p:spPr>
          <a:xfrm>
            <a:off x="895300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19"/>
          <p:cNvSpPr/>
          <p:nvPr>
            <p:ph idx="5" type="pic"/>
          </p:nvPr>
        </p:nvSpPr>
        <p:spPr>
          <a:xfrm>
            <a:off x="3605775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263" name="Google Shape;263;p19"/>
          <p:cNvSpPr/>
          <p:nvPr>
            <p:ph idx="6" type="pic"/>
          </p:nvPr>
        </p:nvSpPr>
        <p:spPr>
          <a:xfrm>
            <a:off x="6197225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19"/>
          <p:cNvSpPr txBox="1"/>
          <p:nvPr>
            <p:ph idx="1" type="subTitle"/>
          </p:nvPr>
        </p:nvSpPr>
        <p:spPr>
          <a:xfrm>
            <a:off x="1187675" y="4299825"/>
            <a:ext cx="1667700" cy="22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19"/>
          <p:cNvSpPr txBox="1"/>
          <p:nvPr>
            <p:ph idx="7" type="subTitle"/>
          </p:nvPr>
        </p:nvSpPr>
        <p:spPr>
          <a:xfrm rot="-214117">
            <a:off x="3902250" y="4346193"/>
            <a:ext cx="1667634" cy="22634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19"/>
          <p:cNvSpPr txBox="1"/>
          <p:nvPr>
            <p:ph idx="8" type="subTitle"/>
          </p:nvPr>
        </p:nvSpPr>
        <p:spPr>
          <a:xfrm rot="215969">
            <a:off x="6495540" y="4324572"/>
            <a:ext cx="1667690" cy="22634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, body and image">
  <p:cSld name="BLANK_1_1_1_1_1_1_1_1_1_1_1_1">
    <p:bg>
      <p:bgPr>
        <a:solidFill>
          <a:schemeClr val="lt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0"/>
          <p:cNvSpPr/>
          <p:nvPr/>
        </p:nvSpPr>
        <p:spPr>
          <a:xfrm rot="-300782">
            <a:off x="5105280" y="419634"/>
            <a:ext cx="3577384" cy="43082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69" name="Google Shape;269;p20"/>
          <p:cNvSpPr/>
          <p:nvPr>
            <p:ph idx="2" type="pic"/>
          </p:nvPr>
        </p:nvSpPr>
        <p:spPr>
          <a:xfrm>
            <a:off x="2050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70" name="Google Shape;270;p20"/>
          <p:cNvSpPr/>
          <p:nvPr/>
        </p:nvSpPr>
        <p:spPr>
          <a:xfrm rot="134178">
            <a:off x="5002593" y="293901"/>
            <a:ext cx="3782581" cy="45556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71" name="Google Shape;271;p20"/>
          <p:cNvSpPr txBox="1"/>
          <p:nvPr>
            <p:ph type="title"/>
          </p:nvPr>
        </p:nvSpPr>
        <p:spPr>
          <a:xfrm rot="124275">
            <a:off x="5368207" y="536624"/>
            <a:ext cx="3037985" cy="61450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72" name="Google Shape;272;p20"/>
          <p:cNvSpPr txBox="1"/>
          <p:nvPr>
            <p:ph idx="1" type="body"/>
          </p:nvPr>
        </p:nvSpPr>
        <p:spPr>
          <a:xfrm rot="119438">
            <a:off x="5194650" y="1261934"/>
            <a:ext cx="3281881" cy="2287382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73" name="Google Shape;273;p20"/>
          <p:cNvSpPr txBox="1"/>
          <p:nvPr>
            <p:ph idx="3" type="body"/>
          </p:nvPr>
        </p:nvSpPr>
        <p:spPr>
          <a:xfrm rot="131721">
            <a:off x="5123776" y="3854495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2">
  <p:cSld name="BLANK_1_1_1_1_1_1_1_1_1_1_1_1_2_1">
    <p:bg>
      <p:bgPr>
        <a:solidFill>
          <a:schemeClr val="lt1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1"/>
          <p:cNvSpPr/>
          <p:nvPr/>
        </p:nvSpPr>
        <p:spPr>
          <a:xfrm rot="482751">
            <a:off x="407815" y="419618"/>
            <a:ext cx="3577314" cy="430840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76" name="Google Shape;276;p21"/>
          <p:cNvSpPr/>
          <p:nvPr>
            <p:ph idx="2" type="pic"/>
          </p:nvPr>
        </p:nvSpPr>
        <p:spPr>
          <a:xfrm>
            <a:off x="4372975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77" name="Google Shape;277;p21"/>
          <p:cNvSpPr/>
          <p:nvPr/>
        </p:nvSpPr>
        <p:spPr>
          <a:xfrm rot="-98716">
            <a:off x="327421" y="293858"/>
            <a:ext cx="3782459" cy="455587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78" name="Google Shape;278;p21"/>
          <p:cNvSpPr txBox="1"/>
          <p:nvPr>
            <p:ph type="title"/>
          </p:nvPr>
        </p:nvSpPr>
        <p:spPr>
          <a:xfrm rot="-108624">
            <a:off x="673475" y="530154"/>
            <a:ext cx="3038717" cy="61381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79" name="Google Shape;279;p21"/>
          <p:cNvSpPr txBox="1"/>
          <p:nvPr>
            <p:ph idx="1" type="body"/>
          </p:nvPr>
        </p:nvSpPr>
        <p:spPr>
          <a:xfrm flipH="1" rot="-131721">
            <a:off x="577990" y="3865770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3">
  <p:cSld name="BLANK_1_1_1_1_1_1_1_1_1_1_1_1_2">
    <p:bg>
      <p:bgPr>
        <a:solidFill>
          <a:schemeClr val="lt1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2"/>
          <p:cNvSpPr/>
          <p:nvPr/>
        </p:nvSpPr>
        <p:spPr>
          <a:xfrm rot="-300782">
            <a:off x="5105280" y="419634"/>
            <a:ext cx="3577384" cy="43082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82" name="Google Shape;282;p22"/>
          <p:cNvSpPr/>
          <p:nvPr>
            <p:ph idx="2" type="pic"/>
          </p:nvPr>
        </p:nvSpPr>
        <p:spPr>
          <a:xfrm>
            <a:off x="2050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83" name="Google Shape;283;p22"/>
          <p:cNvSpPr/>
          <p:nvPr/>
        </p:nvSpPr>
        <p:spPr>
          <a:xfrm rot="134178">
            <a:off x="5002660" y="293903"/>
            <a:ext cx="3782581" cy="455567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84" name="Google Shape;284;p22"/>
          <p:cNvSpPr txBox="1"/>
          <p:nvPr>
            <p:ph idx="1" type="body"/>
          </p:nvPr>
        </p:nvSpPr>
        <p:spPr>
          <a:xfrm rot="119438">
            <a:off x="5194650" y="1261934"/>
            <a:ext cx="3281881" cy="2287382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85" name="Google Shape;285;p22"/>
          <p:cNvSpPr txBox="1"/>
          <p:nvPr>
            <p:ph type="title"/>
          </p:nvPr>
        </p:nvSpPr>
        <p:spPr>
          <a:xfrm rot="124275">
            <a:off x="5368207" y="536624"/>
            <a:ext cx="3037985" cy="61450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86" name="Google Shape;286;p22"/>
          <p:cNvSpPr txBox="1"/>
          <p:nvPr>
            <p:ph idx="3" type="body"/>
          </p:nvPr>
        </p:nvSpPr>
        <p:spPr>
          <a:xfrm rot="131721">
            <a:off x="5123776" y="3854495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Subtitle">
  <p:cSld name="CUSTOM_1_1_3_1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" name="Google Shape;288;p23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289" name="Google Shape;289;p23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0" name="Google Shape;290;p23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1" name="Google Shape;291;p23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2" name="Google Shape;292;p23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3" name="Google Shape;293;p23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4" name="Google Shape;294;p23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5" name="Google Shape;295;p23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6" name="Google Shape;296;p23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7" name="Google Shape;297;p23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298" name="Google Shape;298;p23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99" name="Google Shape;299;p23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300" name="Google Shape;300;p23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301" name="Google Shape;301;p23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302" name="Google Shape;302;p23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03" name="Google Shape;303;p23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04" name="Google Shape;304;p23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305" name="Google Shape;305;p23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306" name="Google Shape;306;p23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07" name="Google Shape;307;p23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08" name="Google Shape;308;p23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309" name="Google Shape;309;p23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310" name="Google Shape;310;p23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11" name="Google Shape;311;p23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12" name="Google Shape;312;p23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313" name="Google Shape;313;p23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314" name="Google Shape;314;p23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15" name="Google Shape;315;p23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316" name="Google Shape;316;p23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317" name="Google Shape;317;p23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23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BLANK_1_1_1_1_1_1_1_1_1_1_1_1_1_1_1">
    <p:bg>
      <p:bgPr>
        <a:solidFill>
          <a:schemeClr val="lt1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4"/>
          <p:cNvSpPr txBox="1"/>
          <p:nvPr>
            <p:ph idx="1" type="body"/>
          </p:nvPr>
        </p:nvSpPr>
        <p:spPr>
          <a:xfrm rot="-188853">
            <a:off x="683183" y="2219155"/>
            <a:ext cx="1890452" cy="148634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grpSp>
        <p:nvGrpSpPr>
          <p:cNvPr id="321" name="Google Shape;321;p24"/>
          <p:cNvGrpSpPr/>
          <p:nvPr/>
        </p:nvGrpSpPr>
        <p:grpSpPr>
          <a:xfrm>
            <a:off x="8663938" y="3954675"/>
            <a:ext cx="502925" cy="1209925"/>
            <a:chOff x="8642600" y="3954675"/>
            <a:chExt cx="502925" cy="1209925"/>
          </a:xfrm>
        </p:grpSpPr>
        <p:sp>
          <p:nvSpPr>
            <p:cNvPr id="322" name="Google Shape;322;p24"/>
            <p:cNvSpPr/>
            <p:nvPr/>
          </p:nvSpPr>
          <p:spPr>
            <a:xfrm>
              <a:off x="8642600" y="3954675"/>
              <a:ext cx="502925" cy="1196325"/>
            </a:xfrm>
            <a:custGeom>
              <a:rect b="b" l="l" r="r" t="t"/>
              <a:pathLst>
                <a:path extrusionOk="0" h="47853" w="20117">
                  <a:moveTo>
                    <a:pt x="20117" y="0"/>
                  </a:moveTo>
                  <a:lnTo>
                    <a:pt x="20117" y="47853"/>
                  </a:lnTo>
                  <a:lnTo>
                    <a:pt x="0" y="4785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cxnSp>
          <p:nvCxnSpPr>
            <p:cNvPr id="323" name="Google Shape;323;p24"/>
            <p:cNvCxnSpPr/>
            <p:nvPr/>
          </p:nvCxnSpPr>
          <p:spPr>
            <a:xfrm flipH="1">
              <a:off x="8779700" y="4349200"/>
              <a:ext cx="358200" cy="815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24" name="Google Shape;324;p24"/>
          <p:cNvSpPr txBox="1"/>
          <p:nvPr>
            <p:ph idx="2" type="body"/>
          </p:nvPr>
        </p:nvSpPr>
        <p:spPr>
          <a:xfrm rot="124964">
            <a:off x="5014631" y="765881"/>
            <a:ext cx="1890349" cy="148628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325" name="Google Shape;325;p24"/>
          <p:cNvSpPr txBox="1"/>
          <p:nvPr>
            <p:ph idx="3" type="body"/>
          </p:nvPr>
        </p:nvSpPr>
        <p:spPr>
          <a:xfrm rot="351430">
            <a:off x="3021711" y="3296608"/>
            <a:ext cx="1890268" cy="1486173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326" name="Google Shape;326;p24"/>
          <p:cNvSpPr txBox="1"/>
          <p:nvPr>
            <p:ph idx="4" type="body"/>
          </p:nvPr>
        </p:nvSpPr>
        <p:spPr>
          <a:xfrm rot="3819">
            <a:off x="6728901" y="3168092"/>
            <a:ext cx="1890601" cy="148590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327" name="Google Shape;327;p24"/>
          <p:cNvSpPr txBox="1"/>
          <p:nvPr>
            <p:ph type="title"/>
          </p:nvPr>
        </p:nvSpPr>
        <p:spPr>
          <a:xfrm>
            <a:off x="513300" y="375350"/>
            <a:ext cx="2796300" cy="65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28" name="Google Shape;328;p24"/>
          <p:cNvSpPr txBox="1"/>
          <p:nvPr>
            <p:ph idx="5" type="subTitle"/>
          </p:nvPr>
        </p:nvSpPr>
        <p:spPr>
          <a:xfrm rot="-226014">
            <a:off x="619152" y="1527866"/>
            <a:ext cx="1890484" cy="54778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329" name="Google Shape;329;p24"/>
          <p:cNvSpPr txBox="1"/>
          <p:nvPr>
            <p:ph idx="6" type="subTitle"/>
          </p:nvPr>
        </p:nvSpPr>
        <p:spPr>
          <a:xfrm rot="126162">
            <a:off x="5024491" y="108292"/>
            <a:ext cx="1970527" cy="54966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330" name="Google Shape;330;p24"/>
          <p:cNvSpPr txBox="1"/>
          <p:nvPr>
            <p:ph idx="7" type="subTitle"/>
          </p:nvPr>
        </p:nvSpPr>
        <p:spPr>
          <a:xfrm rot="348762">
            <a:off x="3115150" y="2659506"/>
            <a:ext cx="1943191" cy="546097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331" name="Google Shape;331;p24"/>
          <p:cNvSpPr txBox="1"/>
          <p:nvPr>
            <p:ph idx="8" type="subTitle"/>
          </p:nvPr>
        </p:nvSpPr>
        <p:spPr>
          <a:xfrm rot="-59757">
            <a:off x="6687978" y="2476634"/>
            <a:ext cx="1915789" cy="54968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2">
  <p:cSld name="BLANK_1_1_1_1_1_1_1_1">
    <p:bg>
      <p:bgPr>
        <a:solidFill>
          <a:schemeClr val="lt1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5"/>
          <p:cNvSpPr txBox="1"/>
          <p:nvPr>
            <p:ph type="title"/>
          </p:nvPr>
        </p:nvSpPr>
        <p:spPr>
          <a:xfrm>
            <a:off x="508875" y="874875"/>
            <a:ext cx="3003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4" name="Google Shape;334;p25"/>
          <p:cNvSpPr txBox="1"/>
          <p:nvPr/>
        </p:nvSpPr>
        <p:spPr>
          <a:xfrm>
            <a:off x="5712000" y="3474850"/>
            <a:ext cx="7329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" sz="72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“</a:t>
            </a:r>
            <a:endParaRPr i="1" sz="7200">
              <a:solidFill>
                <a:schemeClr val="lt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335" name="Google Shape;335;p25"/>
          <p:cNvSpPr txBox="1"/>
          <p:nvPr>
            <p:ph idx="1" type="body"/>
          </p:nvPr>
        </p:nvSpPr>
        <p:spPr>
          <a:xfrm>
            <a:off x="508875" y="1539275"/>
            <a:ext cx="3488400" cy="11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6" name="Google Shape;336;p25"/>
          <p:cNvSpPr txBox="1"/>
          <p:nvPr>
            <p:ph idx="2" type="title"/>
          </p:nvPr>
        </p:nvSpPr>
        <p:spPr>
          <a:xfrm rot="-173518">
            <a:off x="5146753" y="4343806"/>
            <a:ext cx="1974114" cy="245408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0"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337" name="Google Shape;337;p25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8" name="Google Shape;338;p25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9" name="Google Shape;339;p25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0" name="Google Shape;340;p25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341" name="Google Shape;341;p25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" name="Google Shape;342;p25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3" name="Google Shape;343;p25"/>
          <p:cNvSpPr txBox="1"/>
          <p:nvPr>
            <p:ph idx="3" type="title"/>
          </p:nvPr>
        </p:nvSpPr>
        <p:spPr>
          <a:xfrm rot="-130161">
            <a:off x="5805931" y="3651002"/>
            <a:ext cx="2662908" cy="73313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BLANK_1_1_1_1_1_1_1_1_2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" name="Google Shape;345;p26"/>
          <p:cNvGrpSpPr/>
          <p:nvPr/>
        </p:nvGrpSpPr>
        <p:grpSpPr>
          <a:xfrm>
            <a:off x="0" y="-6300"/>
            <a:ext cx="9143705" cy="5150040"/>
            <a:chOff x="11751" y="-6300"/>
            <a:chExt cx="9190577" cy="5150040"/>
          </a:xfrm>
        </p:grpSpPr>
        <p:grpSp>
          <p:nvGrpSpPr>
            <p:cNvPr id="346" name="Google Shape;346;p26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347" name="Google Shape;347;p2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8" name="Google Shape;348;p2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9" name="Google Shape;349;p2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0" name="Google Shape;350;p2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1" name="Google Shape;351;p2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2" name="Google Shape;352;p2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3" name="Google Shape;353;p2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4" name="Google Shape;354;p2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5" name="Google Shape;355;p2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6" name="Google Shape;356;p2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7" name="Google Shape;357;p2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8" name="Google Shape;358;p2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9" name="Google Shape;359;p2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0" name="Google Shape;360;p2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1" name="Google Shape;361;p2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2" name="Google Shape;362;p2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3" name="Google Shape;363;p2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4" name="Google Shape;364;p2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5" name="Google Shape;365;p2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6" name="Google Shape;366;p2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7" name="Google Shape;367;p2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8" name="Google Shape;368;p2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69" name="Google Shape;369;p26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370" name="Google Shape;370;p2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1" name="Google Shape;371;p2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2" name="Google Shape;372;p2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3" name="Google Shape;373;p2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4" name="Google Shape;374;p2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5" name="Google Shape;375;p2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6" name="Google Shape;376;p2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7" name="Google Shape;377;p2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8" name="Google Shape;378;p2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9" name="Google Shape;379;p2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0" name="Google Shape;380;p2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1" name="Google Shape;381;p2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2" name="Google Shape;382;p2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3" name="Google Shape;383;p2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4" name="Google Shape;384;p2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5" name="Google Shape;385;p2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6" name="Google Shape;386;p2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7" name="Google Shape;387;p2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8" name="Google Shape;388;p2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9" name="Google Shape;389;p2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0" name="Google Shape;390;p2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1" name="Google Shape;391;p2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92" name="Google Shape;392;p26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393" name="Google Shape;393;p2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4" name="Google Shape;394;p2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5" name="Google Shape;395;p2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6" name="Google Shape;396;p2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7" name="Google Shape;397;p2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8" name="Google Shape;398;p2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9" name="Google Shape;399;p2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0" name="Google Shape;400;p2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1" name="Google Shape;401;p2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2" name="Google Shape;402;p2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3" name="Google Shape;403;p2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4" name="Google Shape;404;p2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5" name="Google Shape;405;p2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6" name="Google Shape;406;p2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7" name="Google Shape;407;p2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8" name="Google Shape;408;p2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9" name="Google Shape;409;p2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0" name="Google Shape;410;p2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1" name="Google Shape;411;p2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2" name="Google Shape;412;p2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3" name="Google Shape;413;p2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4" name="Google Shape;414;p2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415" name="Google Shape;415;p26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416" name="Google Shape;416;p2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7" name="Google Shape;417;p2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8" name="Google Shape;418;p2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9" name="Google Shape;419;p2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0" name="Google Shape;420;p2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1" name="Google Shape;421;p2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2" name="Google Shape;422;p2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3" name="Google Shape;423;p2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4" name="Google Shape;424;p2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5" name="Google Shape;425;p2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6" name="Google Shape;426;p2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7" name="Google Shape;427;p2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8" name="Google Shape;428;p2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9" name="Google Shape;429;p2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0" name="Google Shape;430;p2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1" name="Google Shape;431;p2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2" name="Google Shape;432;p2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3" name="Google Shape;433;p2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4" name="Google Shape;434;p2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5" name="Google Shape;435;p2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6" name="Google Shape;436;p2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7" name="Google Shape;437;p2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438" name="Google Shape;438;p26"/>
          <p:cNvSpPr txBox="1"/>
          <p:nvPr>
            <p:ph type="title"/>
          </p:nvPr>
        </p:nvSpPr>
        <p:spPr>
          <a:xfrm>
            <a:off x="508875" y="874875"/>
            <a:ext cx="3003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439" name="Google Shape;439;p26"/>
          <p:cNvSpPr txBox="1"/>
          <p:nvPr>
            <p:ph idx="1" type="body"/>
          </p:nvPr>
        </p:nvSpPr>
        <p:spPr>
          <a:xfrm>
            <a:off x="508875" y="1539275"/>
            <a:ext cx="3488400" cy="11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0" name="Google Shape;440;p26"/>
          <p:cNvSpPr txBox="1"/>
          <p:nvPr>
            <p:ph idx="2" type="title"/>
          </p:nvPr>
        </p:nvSpPr>
        <p:spPr>
          <a:xfrm rot="-173518">
            <a:off x="5146753" y="4388081"/>
            <a:ext cx="1974114" cy="245408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441" name="Google Shape;441;p26"/>
          <p:cNvSpPr txBox="1"/>
          <p:nvPr>
            <p:ph idx="3" type="title"/>
          </p:nvPr>
        </p:nvSpPr>
        <p:spPr>
          <a:xfrm rot="-130161">
            <a:off x="5801505" y="3629872"/>
            <a:ext cx="2662908" cy="6322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BLANK_1_1_1_1_1_1_1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3" name="Google Shape;443;p27"/>
          <p:cNvGrpSpPr/>
          <p:nvPr/>
        </p:nvGrpSpPr>
        <p:grpSpPr>
          <a:xfrm>
            <a:off x="0" y="939481"/>
            <a:ext cx="9144000" cy="3964219"/>
            <a:chOff x="0" y="939481"/>
            <a:chExt cx="9144000" cy="3964219"/>
          </a:xfrm>
        </p:grpSpPr>
        <p:cxnSp>
          <p:nvCxnSpPr>
            <p:cNvPr id="444" name="Google Shape;444;p27"/>
            <p:cNvCxnSpPr/>
            <p:nvPr/>
          </p:nvCxnSpPr>
          <p:spPr>
            <a:xfrm>
              <a:off x="0" y="939481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5" name="Google Shape;445;p27"/>
            <p:cNvCxnSpPr/>
            <p:nvPr/>
          </p:nvCxnSpPr>
          <p:spPr>
            <a:xfrm>
              <a:off x="0" y="28463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6" name="Google Shape;446;p27"/>
            <p:cNvCxnSpPr/>
            <p:nvPr/>
          </p:nvCxnSpPr>
          <p:spPr>
            <a:xfrm>
              <a:off x="0" y="30749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7" name="Google Shape;447;p27"/>
            <p:cNvCxnSpPr/>
            <p:nvPr/>
          </p:nvCxnSpPr>
          <p:spPr>
            <a:xfrm>
              <a:off x="0" y="33035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8" name="Google Shape;448;p27"/>
            <p:cNvCxnSpPr/>
            <p:nvPr/>
          </p:nvCxnSpPr>
          <p:spPr>
            <a:xfrm>
              <a:off x="0" y="35321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9" name="Google Shape;449;p27"/>
            <p:cNvCxnSpPr/>
            <p:nvPr/>
          </p:nvCxnSpPr>
          <p:spPr>
            <a:xfrm>
              <a:off x="0" y="37607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0" name="Google Shape;450;p27"/>
            <p:cNvCxnSpPr/>
            <p:nvPr/>
          </p:nvCxnSpPr>
          <p:spPr>
            <a:xfrm>
              <a:off x="0" y="39893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1" name="Google Shape;451;p27"/>
            <p:cNvCxnSpPr/>
            <p:nvPr/>
          </p:nvCxnSpPr>
          <p:spPr>
            <a:xfrm>
              <a:off x="0" y="42179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2" name="Google Shape;452;p27"/>
            <p:cNvCxnSpPr/>
            <p:nvPr/>
          </p:nvCxnSpPr>
          <p:spPr>
            <a:xfrm>
              <a:off x="0" y="44465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3" name="Google Shape;453;p27"/>
            <p:cNvCxnSpPr/>
            <p:nvPr/>
          </p:nvCxnSpPr>
          <p:spPr>
            <a:xfrm>
              <a:off x="0" y="46751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4" name="Google Shape;454;p27"/>
            <p:cNvCxnSpPr/>
            <p:nvPr/>
          </p:nvCxnSpPr>
          <p:spPr>
            <a:xfrm>
              <a:off x="0" y="49037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55" name="Google Shape;455;p27"/>
          <p:cNvSpPr/>
          <p:nvPr/>
        </p:nvSpPr>
        <p:spPr>
          <a:xfrm rot="341415">
            <a:off x="4870163" y="329972"/>
            <a:ext cx="3279862" cy="460671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456" name="Google Shape;456;p27"/>
          <p:cNvGrpSpPr/>
          <p:nvPr/>
        </p:nvGrpSpPr>
        <p:grpSpPr>
          <a:xfrm rot="341264">
            <a:off x="4864199" y="350512"/>
            <a:ext cx="184449" cy="4334311"/>
            <a:chOff x="5380497" y="383100"/>
            <a:chExt cx="189628" cy="4456010"/>
          </a:xfrm>
        </p:grpSpPr>
        <p:grpSp>
          <p:nvGrpSpPr>
            <p:cNvPr id="457" name="Google Shape;457;p27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458" name="Google Shape;458;p27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59" name="Google Shape;459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60" name="Google Shape;460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61" name="Google Shape;461;p27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62" name="Google Shape;462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63" name="Google Shape;463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64" name="Google Shape;464;p27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65" name="Google Shape;465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66" name="Google Shape;466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67" name="Google Shape;467;p27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468" name="Google Shape;468;p27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69" name="Google Shape;469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70" name="Google Shape;470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71" name="Google Shape;471;p27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72" name="Google Shape;472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73" name="Google Shape;473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74" name="Google Shape;474;p27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75" name="Google Shape;475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76" name="Google Shape;476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77" name="Google Shape;477;p27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478" name="Google Shape;478;p27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79" name="Google Shape;479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80" name="Google Shape;480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81" name="Google Shape;481;p27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82" name="Google Shape;482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83" name="Google Shape;483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84" name="Google Shape;484;p27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85" name="Google Shape;485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86" name="Google Shape;486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87" name="Google Shape;487;p27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488" name="Google Shape;488;p27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89" name="Google Shape;489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90" name="Google Shape;490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91" name="Google Shape;491;p27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92" name="Google Shape;492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93" name="Google Shape;493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494" name="Google Shape;494;p27"/>
          <p:cNvSpPr/>
          <p:nvPr/>
        </p:nvSpPr>
        <p:spPr>
          <a:xfrm>
            <a:off x="5136896" y="329628"/>
            <a:ext cx="3280500" cy="4607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495" name="Google Shape;495;p27"/>
          <p:cNvGrpSpPr/>
          <p:nvPr/>
        </p:nvGrpSpPr>
        <p:grpSpPr>
          <a:xfrm>
            <a:off x="5137471" y="504148"/>
            <a:ext cx="184470" cy="4334807"/>
            <a:chOff x="5380497" y="383100"/>
            <a:chExt cx="189628" cy="4456010"/>
          </a:xfrm>
        </p:grpSpPr>
        <p:grpSp>
          <p:nvGrpSpPr>
            <p:cNvPr id="496" name="Google Shape;496;p27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497" name="Google Shape;497;p27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98" name="Google Shape;498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99" name="Google Shape;499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00" name="Google Shape;500;p27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501" name="Google Shape;501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02" name="Google Shape;502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03" name="Google Shape;503;p27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504" name="Google Shape;504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05" name="Google Shape;505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506" name="Google Shape;506;p27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507" name="Google Shape;507;p27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508" name="Google Shape;508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09" name="Google Shape;509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10" name="Google Shape;510;p27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511" name="Google Shape;511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12" name="Google Shape;512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13" name="Google Shape;513;p27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514" name="Google Shape;514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15" name="Google Shape;515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516" name="Google Shape;516;p27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517" name="Google Shape;517;p27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518" name="Google Shape;518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19" name="Google Shape;519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20" name="Google Shape;520;p27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521" name="Google Shape;521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22" name="Google Shape;522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23" name="Google Shape;523;p27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524" name="Google Shape;524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25" name="Google Shape;525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526" name="Google Shape;526;p27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527" name="Google Shape;527;p27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528" name="Google Shape;528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29" name="Google Shape;529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30" name="Google Shape;530;p27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531" name="Google Shape;531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32" name="Google Shape;532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533" name="Google Shape;533;p27"/>
          <p:cNvSpPr txBox="1"/>
          <p:nvPr>
            <p:ph idx="1" type="body"/>
          </p:nvPr>
        </p:nvSpPr>
        <p:spPr>
          <a:xfrm>
            <a:off x="5586600" y="641275"/>
            <a:ext cx="2627700" cy="311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534" name="Google Shape;534;p27"/>
          <p:cNvSpPr txBox="1"/>
          <p:nvPr>
            <p:ph type="title"/>
          </p:nvPr>
        </p:nvSpPr>
        <p:spPr>
          <a:xfrm>
            <a:off x="521275" y="525800"/>
            <a:ext cx="2094900" cy="14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Notes ">
  <p:cSld name="CUSTOM_2"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6" name="Google Shape;536;p28"/>
          <p:cNvGrpSpPr/>
          <p:nvPr/>
        </p:nvGrpSpPr>
        <p:grpSpPr>
          <a:xfrm>
            <a:off x="0" y="-6300"/>
            <a:ext cx="9162087" cy="5150040"/>
            <a:chOff x="11751" y="-6300"/>
            <a:chExt cx="9190577" cy="5150040"/>
          </a:xfrm>
        </p:grpSpPr>
        <p:grpSp>
          <p:nvGrpSpPr>
            <p:cNvPr id="537" name="Google Shape;537;p28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538" name="Google Shape;538;p28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9" name="Google Shape;539;p28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0" name="Google Shape;540;p28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1" name="Google Shape;541;p28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2" name="Google Shape;542;p28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3" name="Google Shape;543;p28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4" name="Google Shape;544;p28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5" name="Google Shape;545;p28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6" name="Google Shape;546;p28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7" name="Google Shape;547;p28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8" name="Google Shape;548;p28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9" name="Google Shape;549;p28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0" name="Google Shape;550;p28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1" name="Google Shape;551;p28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2" name="Google Shape;552;p28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3" name="Google Shape;553;p28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4" name="Google Shape;554;p28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5" name="Google Shape;555;p28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6" name="Google Shape;556;p28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7" name="Google Shape;557;p28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8" name="Google Shape;558;p28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9" name="Google Shape;559;p28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60" name="Google Shape;560;p28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561" name="Google Shape;561;p28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2" name="Google Shape;562;p28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3" name="Google Shape;563;p28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4" name="Google Shape;564;p28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5" name="Google Shape;565;p28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6" name="Google Shape;566;p28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7" name="Google Shape;567;p28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8" name="Google Shape;568;p28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9" name="Google Shape;569;p28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0" name="Google Shape;570;p28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1" name="Google Shape;571;p28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2" name="Google Shape;572;p28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3" name="Google Shape;573;p28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4" name="Google Shape;574;p28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5" name="Google Shape;575;p28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6" name="Google Shape;576;p28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7" name="Google Shape;577;p28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8" name="Google Shape;578;p28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9" name="Google Shape;579;p28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0" name="Google Shape;580;p28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1" name="Google Shape;581;p28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2" name="Google Shape;582;p28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83" name="Google Shape;583;p28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584" name="Google Shape;584;p28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5" name="Google Shape;585;p28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6" name="Google Shape;586;p28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7" name="Google Shape;587;p28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8" name="Google Shape;588;p28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9" name="Google Shape;589;p28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0" name="Google Shape;590;p28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1" name="Google Shape;591;p28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2" name="Google Shape;592;p28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3" name="Google Shape;593;p28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4" name="Google Shape;594;p28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5" name="Google Shape;595;p28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6" name="Google Shape;596;p28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7" name="Google Shape;597;p28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8" name="Google Shape;598;p28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9" name="Google Shape;599;p28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0" name="Google Shape;600;p28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1" name="Google Shape;601;p28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2" name="Google Shape;602;p28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3" name="Google Shape;603;p28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4" name="Google Shape;604;p28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5" name="Google Shape;605;p28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606" name="Google Shape;606;p28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607" name="Google Shape;607;p28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8" name="Google Shape;608;p28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9" name="Google Shape;609;p28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0" name="Google Shape;610;p28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1" name="Google Shape;611;p28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2" name="Google Shape;612;p28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3" name="Google Shape;613;p28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4" name="Google Shape;614;p28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5" name="Google Shape;615;p28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6" name="Google Shape;616;p28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7" name="Google Shape;617;p28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8" name="Google Shape;618;p28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9" name="Google Shape;619;p28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0" name="Google Shape;620;p28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1" name="Google Shape;621;p28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2" name="Google Shape;622;p28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3" name="Google Shape;623;p28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4" name="Google Shape;624;p28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5" name="Google Shape;625;p28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6" name="Google Shape;626;p28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7" name="Google Shape;627;p28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8" name="Google Shape;628;p28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629" name="Google Shape;629;p28"/>
          <p:cNvSpPr txBox="1"/>
          <p:nvPr>
            <p:ph type="title"/>
          </p:nvPr>
        </p:nvSpPr>
        <p:spPr>
          <a:xfrm>
            <a:off x="532800" y="1269600"/>
            <a:ext cx="2618400" cy="472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30" name="Google Shape;630;p28"/>
          <p:cNvSpPr txBox="1"/>
          <p:nvPr>
            <p:ph idx="1" type="subTitle"/>
          </p:nvPr>
        </p:nvSpPr>
        <p:spPr>
          <a:xfrm>
            <a:off x="520800" y="1711450"/>
            <a:ext cx="2642400" cy="12405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1" name="Google Shape;631;p28"/>
          <p:cNvSpPr txBox="1"/>
          <p:nvPr>
            <p:ph idx="2" type="subTitle"/>
          </p:nvPr>
        </p:nvSpPr>
        <p:spPr>
          <a:xfrm>
            <a:off x="531875" y="2928325"/>
            <a:ext cx="2618400" cy="39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2" name="Google Shape;632;p28"/>
          <p:cNvSpPr txBox="1"/>
          <p:nvPr>
            <p:ph idx="3" type="title"/>
          </p:nvPr>
        </p:nvSpPr>
        <p:spPr>
          <a:xfrm rot="139861">
            <a:off x="3291201" y="1217875"/>
            <a:ext cx="2618467" cy="47289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33" name="Google Shape;633;p28"/>
          <p:cNvSpPr txBox="1"/>
          <p:nvPr>
            <p:ph idx="4" type="subTitle"/>
          </p:nvPr>
        </p:nvSpPr>
        <p:spPr>
          <a:xfrm rot="139761">
            <a:off x="3245632" y="1659003"/>
            <a:ext cx="2642483" cy="1240624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4" name="Google Shape;634;p28"/>
          <p:cNvSpPr txBox="1"/>
          <p:nvPr>
            <p:ph idx="5" type="subTitle"/>
          </p:nvPr>
        </p:nvSpPr>
        <p:spPr>
          <a:xfrm rot="139861">
            <a:off x="3224189" y="2875212"/>
            <a:ext cx="2618467" cy="395132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5" name="Google Shape;635;p28"/>
          <p:cNvSpPr txBox="1"/>
          <p:nvPr>
            <p:ph idx="6" type="title"/>
          </p:nvPr>
        </p:nvSpPr>
        <p:spPr>
          <a:xfrm>
            <a:off x="5994100" y="1252413"/>
            <a:ext cx="2618400" cy="472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36" name="Google Shape;636;p28"/>
          <p:cNvSpPr txBox="1"/>
          <p:nvPr>
            <p:ph idx="7" type="subTitle"/>
          </p:nvPr>
        </p:nvSpPr>
        <p:spPr>
          <a:xfrm>
            <a:off x="5982100" y="1694263"/>
            <a:ext cx="2642400" cy="12405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7" name="Google Shape;637;p28"/>
          <p:cNvSpPr txBox="1"/>
          <p:nvPr>
            <p:ph idx="8" type="subTitle"/>
          </p:nvPr>
        </p:nvSpPr>
        <p:spPr>
          <a:xfrm>
            <a:off x="5993175" y="2911138"/>
            <a:ext cx="2618400" cy="39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8" name="Google Shape;638;p28"/>
          <p:cNvSpPr txBox="1"/>
          <p:nvPr>
            <p:ph idx="9" type="subTitle"/>
          </p:nvPr>
        </p:nvSpPr>
        <p:spPr>
          <a:xfrm>
            <a:off x="3254000" y="3461675"/>
            <a:ext cx="2529300" cy="935100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9" name="Google Shape;639;p28"/>
          <p:cNvSpPr txBox="1"/>
          <p:nvPr>
            <p:ph idx="13" type="subTitle"/>
          </p:nvPr>
        </p:nvSpPr>
        <p:spPr>
          <a:xfrm>
            <a:off x="3254000" y="3840475"/>
            <a:ext cx="2644800" cy="7611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0" name="Google Shape;640;p28"/>
          <p:cNvSpPr txBox="1"/>
          <p:nvPr>
            <p:ph idx="14" type="subTitle"/>
          </p:nvPr>
        </p:nvSpPr>
        <p:spPr>
          <a:xfrm rot="-143344">
            <a:off x="503564" y="3472782"/>
            <a:ext cx="2526096" cy="935014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1" name="Google Shape;641;p28"/>
          <p:cNvSpPr txBox="1"/>
          <p:nvPr>
            <p:ph idx="15" type="subTitle"/>
          </p:nvPr>
        </p:nvSpPr>
        <p:spPr>
          <a:xfrm rot="-143157">
            <a:off x="515751" y="3848927"/>
            <a:ext cx="2644693" cy="761165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2" name="Google Shape;642;p28"/>
          <p:cNvSpPr txBox="1"/>
          <p:nvPr>
            <p:ph idx="16" type="subTitle"/>
          </p:nvPr>
        </p:nvSpPr>
        <p:spPr>
          <a:xfrm>
            <a:off x="5975950" y="3457125"/>
            <a:ext cx="2506800" cy="935100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3" name="Google Shape;643;p28"/>
          <p:cNvSpPr txBox="1"/>
          <p:nvPr>
            <p:ph idx="17" type="subTitle"/>
          </p:nvPr>
        </p:nvSpPr>
        <p:spPr>
          <a:xfrm>
            <a:off x="5975950" y="3835925"/>
            <a:ext cx="2644800" cy="7611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Subtitle and Note">
  <p:cSld name="CUSTOM_1_1_2_2"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29"/>
          <p:cNvSpPr txBox="1"/>
          <p:nvPr>
            <p:ph idx="1" type="body"/>
          </p:nvPr>
        </p:nvSpPr>
        <p:spPr>
          <a:xfrm>
            <a:off x="509725" y="1130288"/>
            <a:ext cx="417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9pPr>
          </a:lstStyle>
          <a:p/>
        </p:txBody>
      </p:sp>
      <p:cxnSp>
        <p:nvCxnSpPr>
          <p:cNvPr id="646" name="Google Shape;646;p29"/>
          <p:cNvCxnSpPr/>
          <p:nvPr/>
        </p:nvCxnSpPr>
        <p:spPr>
          <a:xfrm>
            <a:off x="0" y="28463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7" name="Google Shape;647;p29"/>
          <p:cNvCxnSpPr/>
          <p:nvPr/>
        </p:nvCxnSpPr>
        <p:spPr>
          <a:xfrm>
            <a:off x="0" y="30749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8" name="Google Shape;648;p29"/>
          <p:cNvCxnSpPr/>
          <p:nvPr/>
        </p:nvCxnSpPr>
        <p:spPr>
          <a:xfrm>
            <a:off x="0" y="33035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9" name="Google Shape;649;p29"/>
          <p:cNvCxnSpPr/>
          <p:nvPr/>
        </p:nvCxnSpPr>
        <p:spPr>
          <a:xfrm>
            <a:off x="0" y="35321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0" name="Google Shape;650;p29"/>
          <p:cNvCxnSpPr/>
          <p:nvPr/>
        </p:nvCxnSpPr>
        <p:spPr>
          <a:xfrm>
            <a:off x="0" y="37607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1" name="Google Shape;651;p29"/>
          <p:cNvCxnSpPr/>
          <p:nvPr/>
        </p:nvCxnSpPr>
        <p:spPr>
          <a:xfrm>
            <a:off x="0" y="39893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2" name="Google Shape;652;p29"/>
          <p:cNvCxnSpPr/>
          <p:nvPr/>
        </p:nvCxnSpPr>
        <p:spPr>
          <a:xfrm>
            <a:off x="0" y="42179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3" name="Google Shape;653;p29"/>
          <p:cNvCxnSpPr/>
          <p:nvPr/>
        </p:nvCxnSpPr>
        <p:spPr>
          <a:xfrm>
            <a:off x="0" y="44465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4" name="Google Shape;654;p29"/>
          <p:cNvCxnSpPr/>
          <p:nvPr/>
        </p:nvCxnSpPr>
        <p:spPr>
          <a:xfrm>
            <a:off x="0" y="46751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5" name="Google Shape;655;p29"/>
          <p:cNvCxnSpPr/>
          <p:nvPr/>
        </p:nvCxnSpPr>
        <p:spPr>
          <a:xfrm>
            <a:off x="0" y="49037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6" name="Google Shape;656;p29"/>
          <p:cNvCxnSpPr/>
          <p:nvPr/>
        </p:nvCxnSpPr>
        <p:spPr>
          <a:xfrm>
            <a:off x="0" y="939481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7" name="Google Shape;657;p29"/>
          <p:cNvSpPr txBox="1"/>
          <p:nvPr>
            <p:ph type="title"/>
          </p:nvPr>
        </p:nvSpPr>
        <p:spPr>
          <a:xfrm>
            <a:off x="509725" y="525800"/>
            <a:ext cx="4785900" cy="6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58" name="Google Shape;658;p29"/>
          <p:cNvSpPr txBox="1"/>
          <p:nvPr>
            <p:ph idx="2" type="subTitle"/>
          </p:nvPr>
        </p:nvSpPr>
        <p:spPr>
          <a:xfrm rot="-182546">
            <a:off x="5376031" y="2587214"/>
            <a:ext cx="3108782" cy="501711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9" name="Google Shape;659;p29"/>
          <p:cNvSpPr txBox="1"/>
          <p:nvPr>
            <p:ph idx="3" type="subTitle"/>
          </p:nvPr>
        </p:nvSpPr>
        <p:spPr>
          <a:xfrm rot="-182643">
            <a:off x="5853959" y="3074975"/>
            <a:ext cx="2977201" cy="1813059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6 Notes">
  <p:cSld name="CUSTOM_1_1_2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30"/>
          <p:cNvSpPr txBox="1"/>
          <p:nvPr>
            <p:ph idx="1" type="subTitle"/>
          </p:nvPr>
        </p:nvSpPr>
        <p:spPr>
          <a:xfrm>
            <a:off x="267785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2" name="Google Shape;662;p30"/>
          <p:cNvSpPr txBox="1"/>
          <p:nvPr>
            <p:ph type="title"/>
          </p:nvPr>
        </p:nvSpPr>
        <p:spPr>
          <a:xfrm>
            <a:off x="527805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63" name="Google Shape;663;p30"/>
          <p:cNvSpPr txBox="1"/>
          <p:nvPr>
            <p:ph idx="2" type="title"/>
          </p:nvPr>
        </p:nvSpPr>
        <p:spPr>
          <a:xfrm>
            <a:off x="751835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664" name="Google Shape;664;p30"/>
          <p:cNvSpPr txBox="1"/>
          <p:nvPr>
            <p:ph idx="3" type="title"/>
          </p:nvPr>
        </p:nvSpPr>
        <p:spPr>
          <a:xfrm>
            <a:off x="304517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665" name="Google Shape;665;p30"/>
          <p:cNvSpPr txBox="1"/>
          <p:nvPr>
            <p:ph idx="4" type="title"/>
          </p:nvPr>
        </p:nvSpPr>
        <p:spPr>
          <a:xfrm>
            <a:off x="527062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666" name="Google Shape;666;p30"/>
          <p:cNvSpPr txBox="1"/>
          <p:nvPr>
            <p:ph idx="5" type="title"/>
          </p:nvPr>
        </p:nvSpPr>
        <p:spPr>
          <a:xfrm>
            <a:off x="751092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667" name="Google Shape;667;p30"/>
          <p:cNvSpPr txBox="1"/>
          <p:nvPr>
            <p:ph idx="6" type="title"/>
          </p:nvPr>
        </p:nvSpPr>
        <p:spPr>
          <a:xfrm>
            <a:off x="521275" y="525800"/>
            <a:ext cx="1897500" cy="14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8" name="Google Shape;668;p30"/>
          <p:cNvSpPr/>
          <p:nvPr/>
        </p:nvSpPr>
        <p:spPr>
          <a:xfrm>
            <a:off x="673550" y="3164224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69" name="Google Shape;669;p30"/>
          <p:cNvSpPr/>
          <p:nvPr/>
        </p:nvSpPr>
        <p:spPr>
          <a:xfrm>
            <a:off x="673550" y="3413020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70" name="Google Shape;670;p30"/>
          <p:cNvSpPr/>
          <p:nvPr/>
        </p:nvSpPr>
        <p:spPr>
          <a:xfrm>
            <a:off x="673550" y="3661816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71" name="Google Shape;671;p30"/>
          <p:cNvSpPr/>
          <p:nvPr/>
        </p:nvSpPr>
        <p:spPr>
          <a:xfrm>
            <a:off x="673550" y="3910626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72" name="Google Shape;672;p30"/>
          <p:cNvSpPr/>
          <p:nvPr/>
        </p:nvSpPr>
        <p:spPr>
          <a:xfrm>
            <a:off x="673550" y="4159422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73" name="Google Shape;673;p30"/>
          <p:cNvSpPr/>
          <p:nvPr/>
        </p:nvSpPr>
        <p:spPr>
          <a:xfrm>
            <a:off x="673550" y="4408217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674" name="Google Shape;674;p30"/>
          <p:cNvGrpSpPr/>
          <p:nvPr/>
        </p:nvGrpSpPr>
        <p:grpSpPr>
          <a:xfrm>
            <a:off x="666102" y="3359600"/>
            <a:ext cx="1540800" cy="1232286"/>
            <a:chOff x="666102" y="3359600"/>
            <a:chExt cx="1540800" cy="1232286"/>
          </a:xfrm>
        </p:grpSpPr>
        <p:cxnSp>
          <p:nvCxnSpPr>
            <p:cNvPr id="675" name="Google Shape;675;p30"/>
            <p:cNvCxnSpPr/>
            <p:nvPr/>
          </p:nvCxnSpPr>
          <p:spPr>
            <a:xfrm>
              <a:off x="666102" y="3359600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6" name="Google Shape;676;p30"/>
            <p:cNvCxnSpPr/>
            <p:nvPr/>
          </p:nvCxnSpPr>
          <p:spPr>
            <a:xfrm>
              <a:off x="666102" y="3603081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7" name="Google Shape;677;p30"/>
            <p:cNvCxnSpPr/>
            <p:nvPr/>
          </p:nvCxnSpPr>
          <p:spPr>
            <a:xfrm>
              <a:off x="666102" y="3846561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8" name="Google Shape;678;p30"/>
            <p:cNvCxnSpPr/>
            <p:nvPr/>
          </p:nvCxnSpPr>
          <p:spPr>
            <a:xfrm>
              <a:off x="666102" y="4090042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9" name="Google Shape;679;p30"/>
            <p:cNvCxnSpPr/>
            <p:nvPr/>
          </p:nvCxnSpPr>
          <p:spPr>
            <a:xfrm>
              <a:off x="666102" y="4340963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0" name="Google Shape;680;p30"/>
            <p:cNvCxnSpPr/>
            <p:nvPr/>
          </p:nvCxnSpPr>
          <p:spPr>
            <a:xfrm>
              <a:off x="666102" y="4591886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681" name="Google Shape;681;p30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82" name="Google Shape;682;p30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683" name="Google Shape;683;p30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684" name="Google Shape;684;p30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685" name="Google Shape;685;p30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86" name="Google Shape;686;p30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87" name="Google Shape;687;p30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88" name="Google Shape;688;p30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689" name="Google Shape;689;p30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0" name="Google Shape;690;p30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1" name="Google Shape;691;p30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92" name="Google Shape;692;p30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693" name="Google Shape;693;p30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4" name="Google Shape;694;p30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5" name="Google Shape;695;p30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96" name="Google Shape;696;p30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697" name="Google Shape;697;p30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8" name="Google Shape;698;p30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699" name="Google Shape;699;p30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700" name="Google Shape;700;p30"/>
          <p:cNvSpPr txBox="1"/>
          <p:nvPr>
            <p:ph idx="7" type="title"/>
          </p:nvPr>
        </p:nvSpPr>
        <p:spPr>
          <a:xfrm rot="-269417">
            <a:off x="593100" y="2197119"/>
            <a:ext cx="1597905" cy="68007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01" name="Google Shape;701;p30"/>
          <p:cNvSpPr txBox="1"/>
          <p:nvPr>
            <p:ph idx="8" type="title"/>
          </p:nvPr>
        </p:nvSpPr>
        <p:spPr>
          <a:xfrm>
            <a:off x="305260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702" name="Google Shape;702;p30"/>
          <p:cNvSpPr txBox="1"/>
          <p:nvPr>
            <p:ph idx="9" type="subTitle"/>
          </p:nvPr>
        </p:nvSpPr>
        <p:spPr>
          <a:xfrm>
            <a:off x="486600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3" name="Google Shape;703;p30"/>
          <p:cNvSpPr txBox="1"/>
          <p:nvPr>
            <p:ph idx="13" type="subTitle"/>
          </p:nvPr>
        </p:nvSpPr>
        <p:spPr>
          <a:xfrm>
            <a:off x="708560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4" name="Google Shape;704;p30"/>
          <p:cNvSpPr txBox="1"/>
          <p:nvPr>
            <p:ph idx="14" type="subTitle"/>
          </p:nvPr>
        </p:nvSpPr>
        <p:spPr>
          <a:xfrm>
            <a:off x="267785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30"/>
          <p:cNvSpPr txBox="1"/>
          <p:nvPr>
            <p:ph idx="15" type="subTitle"/>
          </p:nvPr>
        </p:nvSpPr>
        <p:spPr>
          <a:xfrm>
            <a:off x="486600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30"/>
          <p:cNvSpPr txBox="1"/>
          <p:nvPr>
            <p:ph idx="16" type="subTitle"/>
          </p:nvPr>
        </p:nvSpPr>
        <p:spPr>
          <a:xfrm>
            <a:off x="708560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BLANK_1_1_1_2">
    <p:bg>
      <p:bgPr>
        <a:solidFill>
          <a:schemeClr val="lt2"/>
        </a:solidFill>
      </p:bgPr>
    </p:bg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31"/>
          <p:cNvSpPr/>
          <p:nvPr/>
        </p:nvSpPr>
        <p:spPr>
          <a:xfrm>
            <a:off x="2341800" y="0"/>
            <a:ext cx="6802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09" name="Google Shape;709;p31"/>
          <p:cNvSpPr txBox="1"/>
          <p:nvPr>
            <p:ph idx="1" type="body"/>
          </p:nvPr>
        </p:nvSpPr>
        <p:spPr>
          <a:xfrm>
            <a:off x="2802500" y="100140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grpSp>
        <p:nvGrpSpPr>
          <p:cNvPr id="710" name="Google Shape;710;p31"/>
          <p:cNvGrpSpPr/>
          <p:nvPr/>
        </p:nvGrpSpPr>
        <p:grpSpPr>
          <a:xfrm rot="5400000">
            <a:off x="6680877" y="-2076119"/>
            <a:ext cx="184470" cy="4334807"/>
            <a:chOff x="5380497" y="383100"/>
            <a:chExt cx="189628" cy="4456010"/>
          </a:xfrm>
        </p:grpSpPr>
        <p:grpSp>
          <p:nvGrpSpPr>
            <p:cNvPr id="711" name="Google Shape;711;p31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712" name="Google Shape;712;p31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13" name="Google Shape;713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14" name="Google Shape;714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15" name="Google Shape;715;p31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16" name="Google Shape;716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17" name="Google Shape;717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18" name="Google Shape;718;p31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719" name="Google Shape;719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20" name="Google Shape;720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721" name="Google Shape;721;p31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722" name="Google Shape;722;p31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23" name="Google Shape;723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24" name="Google Shape;724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25" name="Google Shape;725;p31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26" name="Google Shape;726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27" name="Google Shape;727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28" name="Google Shape;728;p31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729" name="Google Shape;729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30" name="Google Shape;730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731" name="Google Shape;731;p31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732" name="Google Shape;732;p31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33" name="Google Shape;733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34" name="Google Shape;734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35" name="Google Shape;735;p31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36" name="Google Shape;736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37" name="Google Shape;737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38" name="Google Shape;738;p31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739" name="Google Shape;739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40" name="Google Shape;740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741" name="Google Shape;741;p31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742" name="Google Shape;742;p31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43" name="Google Shape;743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44" name="Google Shape;744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45" name="Google Shape;745;p31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46" name="Google Shape;746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47" name="Google Shape;747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grpSp>
        <p:nvGrpSpPr>
          <p:cNvPr id="748" name="Google Shape;748;p31"/>
          <p:cNvGrpSpPr/>
          <p:nvPr/>
        </p:nvGrpSpPr>
        <p:grpSpPr>
          <a:xfrm rot="5400000">
            <a:off x="3292843" y="-815956"/>
            <a:ext cx="184470" cy="1814476"/>
            <a:chOff x="5380497" y="383100"/>
            <a:chExt cx="189628" cy="1865210"/>
          </a:xfrm>
        </p:grpSpPr>
        <p:grpSp>
          <p:nvGrpSpPr>
            <p:cNvPr id="749" name="Google Shape;749;p31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750" name="Google Shape;750;p31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51" name="Google Shape;751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52" name="Google Shape;752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53" name="Google Shape;753;p31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54" name="Google Shape;754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55" name="Google Shape;755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56" name="Google Shape;756;p31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757" name="Google Shape;757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58" name="Google Shape;758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759" name="Google Shape;759;p31"/>
            <p:cNvGrpSpPr/>
            <p:nvPr/>
          </p:nvGrpSpPr>
          <p:grpSpPr>
            <a:xfrm>
              <a:off x="5380497" y="1678500"/>
              <a:ext cx="189628" cy="569810"/>
              <a:chOff x="5380497" y="383100"/>
              <a:chExt cx="189628" cy="569810"/>
            </a:xfrm>
          </p:grpSpPr>
          <p:grpSp>
            <p:nvGrpSpPr>
              <p:cNvPr id="760" name="Google Shape;760;p31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61" name="Google Shape;761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62" name="Google Shape;762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63" name="Google Shape;763;p31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64" name="Google Shape;764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65" name="Google Shape;765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766" name="Google Shape;766;p31"/>
          <p:cNvSpPr txBox="1"/>
          <p:nvPr>
            <p:ph type="title"/>
          </p:nvPr>
        </p:nvSpPr>
        <p:spPr>
          <a:xfrm>
            <a:off x="423975" y="3065225"/>
            <a:ext cx="1758900" cy="184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cxnSp>
        <p:nvCxnSpPr>
          <p:cNvPr id="767" name="Google Shape;767;p31"/>
          <p:cNvCxnSpPr/>
          <p:nvPr/>
        </p:nvCxnSpPr>
        <p:spPr>
          <a:xfrm>
            <a:off x="249750" y="-22275"/>
            <a:ext cx="0" cy="51774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8" name="Google Shape;768;p31"/>
          <p:cNvCxnSpPr/>
          <p:nvPr/>
        </p:nvCxnSpPr>
        <p:spPr>
          <a:xfrm>
            <a:off x="177000" y="-14750"/>
            <a:ext cx="0" cy="51582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9" name="Google Shape;769;p31"/>
          <p:cNvSpPr txBox="1"/>
          <p:nvPr>
            <p:ph idx="2" type="title"/>
          </p:nvPr>
        </p:nvSpPr>
        <p:spPr>
          <a:xfrm>
            <a:off x="2802725" y="49230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770" name="Google Shape;770;p31"/>
          <p:cNvSpPr txBox="1"/>
          <p:nvPr>
            <p:ph idx="3" type="body"/>
          </p:nvPr>
        </p:nvSpPr>
        <p:spPr>
          <a:xfrm>
            <a:off x="6214525" y="100140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771" name="Google Shape;771;p31"/>
          <p:cNvSpPr txBox="1"/>
          <p:nvPr>
            <p:ph idx="4" type="title"/>
          </p:nvPr>
        </p:nvSpPr>
        <p:spPr>
          <a:xfrm>
            <a:off x="6214750" y="49230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772" name="Google Shape;772;p31"/>
          <p:cNvSpPr txBox="1"/>
          <p:nvPr>
            <p:ph idx="5" type="body"/>
          </p:nvPr>
        </p:nvSpPr>
        <p:spPr>
          <a:xfrm>
            <a:off x="2802500" y="344235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773" name="Google Shape;773;p31"/>
          <p:cNvSpPr txBox="1"/>
          <p:nvPr>
            <p:ph idx="6" type="title"/>
          </p:nvPr>
        </p:nvSpPr>
        <p:spPr>
          <a:xfrm>
            <a:off x="2802725" y="293325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774" name="Google Shape;774;p31"/>
          <p:cNvSpPr txBox="1"/>
          <p:nvPr>
            <p:ph idx="7" type="body"/>
          </p:nvPr>
        </p:nvSpPr>
        <p:spPr>
          <a:xfrm>
            <a:off x="6214525" y="344235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775" name="Google Shape;775;p31"/>
          <p:cNvSpPr txBox="1"/>
          <p:nvPr>
            <p:ph idx="8" type="title"/>
          </p:nvPr>
        </p:nvSpPr>
        <p:spPr>
          <a:xfrm>
            <a:off x="6214750" y="293325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n Agenda 1">
  <p:cSld name="BLANK_1_1_1_1_1_1_1_1_1_3">
    <p:bg>
      <p:bgPr>
        <a:solidFill>
          <a:schemeClr val="lt1"/>
        </a:solidFill>
      </p:bgPr>
    </p:bg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32"/>
          <p:cNvSpPr/>
          <p:nvPr/>
        </p:nvSpPr>
        <p:spPr>
          <a:xfrm>
            <a:off x="995475" y="201175"/>
            <a:ext cx="7341600" cy="4557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78" name="Google Shape;778;p32"/>
          <p:cNvSpPr/>
          <p:nvPr/>
        </p:nvSpPr>
        <p:spPr>
          <a:xfrm>
            <a:off x="1128250" y="276575"/>
            <a:ext cx="7108800" cy="4517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79" name="Google Shape;779;p32"/>
          <p:cNvSpPr/>
          <p:nvPr/>
        </p:nvSpPr>
        <p:spPr>
          <a:xfrm>
            <a:off x="4407875" y="312925"/>
            <a:ext cx="3729600" cy="451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80" name="Google Shape;780;p32"/>
          <p:cNvSpPr/>
          <p:nvPr/>
        </p:nvSpPr>
        <p:spPr>
          <a:xfrm>
            <a:off x="1217200" y="312875"/>
            <a:ext cx="3165000" cy="451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781" name="Google Shape;781;p32"/>
          <p:cNvGrpSpPr/>
          <p:nvPr/>
        </p:nvGrpSpPr>
        <p:grpSpPr>
          <a:xfrm>
            <a:off x="1211779" y="312875"/>
            <a:ext cx="3165000" cy="4517700"/>
            <a:chOff x="1211779" y="312875"/>
            <a:chExt cx="3165000" cy="4517700"/>
          </a:xfrm>
        </p:grpSpPr>
        <p:cxnSp>
          <p:nvCxnSpPr>
            <p:cNvPr id="782" name="Google Shape;782;p32"/>
            <p:cNvCxnSpPr/>
            <p:nvPr/>
          </p:nvCxnSpPr>
          <p:spPr>
            <a:xfrm>
              <a:off x="3624778" y="312875"/>
              <a:ext cx="0" cy="4517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3" name="Google Shape;783;p32"/>
            <p:cNvCxnSpPr/>
            <p:nvPr/>
          </p:nvCxnSpPr>
          <p:spPr>
            <a:xfrm>
              <a:off x="4031178" y="312875"/>
              <a:ext cx="0" cy="4517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784" name="Google Shape;784;p32"/>
            <p:cNvGrpSpPr/>
            <p:nvPr/>
          </p:nvGrpSpPr>
          <p:grpSpPr>
            <a:xfrm>
              <a:off x="1211779" y="312875"/>
              <a:ext cx="3165000" cy="4517700"/>
              <a:chOff x="462650" y="259175"/>
              <a:chExt cx="3165000" cy="4517700"/>
            </a:xfrm>
          </p:grpSpPr>
          <p:cxnSp>
            <p:nvCxnSpPr>
              <p:cNvPr id="785" name="Google Shape;785;p32"/>
              <p:cNvCxnSpPr/>
              <p:nvPr/>
            </p:nvCxnSpPr>
            <p:spPr>
              <a:xfrm>
                <a:off x="8436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6" name="Google Shape;786;p32"/>
              <p:cNvCxnSpPr/>
              <p:nvPr/>
            </p:nvCxnSpPr>
            <p:spPr>
              <a:xfrm>
                <a:off x="12500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7" name="Google Shape;787;p32"/>
              <p:cNvCxnSpPr/>
              <p:nvPr/>
            </p:nvCxnSpPr>
            <p:spPr>
              <a:xfrm>
                <a:off x="16564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8" name="Google Shape;788;p32"/>
              <p:cNvCxnSpPr/>
              <p:nvPr/>
            </p:nvCxnSpPr>
            <p:spPr>
              <a:xfrm>
                <a:off x="20628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9" name="Google Shape;789;p32"/>
              <p:cNvCxnSpPr/>
              <p:nvPr/>
            </p:nvCxnSpPr>
            <p:spPr>
              <a:xfrm>
                <a:off x="24692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0" name="Google Shape;790;p32"/>
              <p:cNvCxnSpPr/>
              <p:nvPr/>
            </p:nvCxnSpPr>
            <p:spPr>
              <a:xfrm>
                <a:off x="462650" y="674900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1" name="Google Shape;791;p32"/>
              <p:cNvCxnSpPr/>
              <p:nvPr/>
            </p:nvCxnSpPr>
            <p:spPr>
              <a:xfrm>
                <a:off x="462650" y="1075858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2" name="Google Shape;792;p32"/>
              <p:cNvCxnSpPr/>
              <p:nvPr/>
            </p:nvCxnSpPr>
            <p:spPr>
              <a:xfrm>
                <a:off x="462650" y="1476817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3" name="Google Shape;793;p32"/>
              <p:cNvCxnSpPr/>
              <p:nvPr/>
            </p:nvCxnSpPr>
            <p:spPr>
              <a:xfrm>
                <a:off x="462650" y="1877775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4" name="Google Shape;794;p32"/>
              <p:cNvCxnSpPr/>
              <p:nvPr/>
            </p:nvCxnSpPr>
            <p:spPr>
              <a:xfrm>
                <a:off x="462650" y="2278733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5" name="Google Shape;795;p32"/>
              <p:cNvCxnSpPr/>
              <p:nvPr/>
            </p:nvCxnSpPr>
            <p:spPr>
              <a:xfrm>
                <a:off x="462650" y="2679692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6" name="Google Shape;796;p32"/>
              <p:cNvCxnSpPr/>
              <p:nvPr/>
            </p:nvCxnSpPr>
            <p:spPr>
              <a:xfrm>
                <a:off x="462650" y="3080650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7" name="Google Shape;797;p32"/>
              <p:cNvCxnSpPr/>
              <p:nvPr/>
            </p:nvCxnSpPr>
            <p:spPr>
              <a:xfrm>
                <a:off x="462650" y="3481608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8" name="Google Shape;798;p32"/>
              <p:cNvCxnSpPr/>
              <p:nvPr/>
            </p:nvCxnSpPr>
            <p:spPr>
              <a:xfrm>
                <a:off x="462650" y="3882567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9" name="Google Shape;799;p32"/>
              <p:cNvCxnSpPr/>
              <p:nvPr/>
            </p:nvCxnSpPr>
            <p:spPr>
              <a:xfrm>
                <a:off x="462650" y="4283525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800" name="Google Shape;800;p32"/>
          <p:cNvGrpSpPr/>
          <p:nvPr/>
        </p:nvGrpSpPr>
        <p:grpSpPr>
          <a:xfrm>
            <a:off x="4222205" y="390105"/>
            <a:ext cx="366115" cy="4334807"/>
            <a:chOff x="3473077" y="259175"/>
            <a:chExt cx="366115" cy="4334807"/>
          </a:xfrm>
        </p:grpSpPr>
        <p:grpSp>
          <p:nvGrpSpPr>
            <p:cNvPr id="801" name="Google Shape;801;p32"/>
            <p:cNvGrpSpPr/>
            <p:nvPr/>
          </p:nvGrpSpPr>
          <p:grpSpPr>
            <a:xfrm rot="10800000">
              <a:off x="3473077" y="259175"/>
              <a:ext cx="184470" cy="4334807"/>
              <a:chOff x="5380497" y="383100"/>
              <a:chExt cx="189628" cy="4456010"/>
            </a:xfrm>
          </p:grpSpPr>
          <p:grpSp>
            <p:nvGrpSpPr>
              <p:cNvPr id="802" name="Google Shape;802;p32"/>
              <p:cNvGrpSpPr/>
              <p:nvPr/>
            </p:nvGrpSpPr>
            <p:grpSpPr>
              <a:xfrm>
                <a:off x="5380497" y="3831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03" name="Google Shape;803;p32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04" name="Google Shape;804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05" name="Google Shape;805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06" name="Google Shape;806;p32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07" name="Google Shape;807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08" name="Google Shape;808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09" name="Google Shape;809;p32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10" name="Google Shape;810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11" name="Google Shape;811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12" name="Google Shape;812;p32"/>
              <p:cNvGrpSpPr/>
              <p:nvPr/>
            </p:nvGrpSpPr>
            <p:grpSpPr>
              <a:xfrm>
                <a:off x="5380497" y="16785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13" name="Google Shape;813;p32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14" name="Google Shape;814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15" name="Google Shape;815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16" name="Google Shape;816;p32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17" name="Google Shape;817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18" name="Google Shape;818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19" name="Google Shape;819;p32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20" name="Google Shape;820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21" name="Google Shape;821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22" name="Google Shape;822;p32"/>
              <p:cNvGrpSpPr/>
              <p:nvPr/>
            </p:nvGrpSpPr>
            <p:grpSpPr>
              <a:xfrm>
                <a:off x="5380497" y="29739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23" name="Google Shape;823;p32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24" name="Google Shape;824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25" name="Google Shape;825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26" name="Google Shape;826;p32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27" name="Google Shape;827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28" name="Google Shape;828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29" name="Google Shape;829;p32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30" name="Google Shape;830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31" name="Google Shape;831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32" name="Google Shape;832;p32"/>
              <p:cNvGrpSpPr/>
              <p:nvPr/>
            </p:nvGrpSpPr>
            <p:grpSpPr>
              <a:xfrm>
                <a:off x="5380497" y="4269300"/>
                <a:ext cx="189628" cy="569810"/>
                <a:chOff x="5380497" y="383100"/>
                <a:chExt cx="189628" cy="569810"/>
              </a:xfrm>
            </p:grpSpPr>
            <p:grpSp>
              <p:nvGrpSpPr>
                <p:cNvPr id="833" name="Google Shape;833;p32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34" name="Google Shape;834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35" name="Google Shape;835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36" name="Google Shape;836;p32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37" name="Google Shape;837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38" name="Google Shape;838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</p:grpSp>
        <p:grpSp>
          <p:nvGrpSpPr>
            <p:cNvPr id="839" name="Google Shape;839;p32"/>
            <p:cNvGrpSpPr/>
            <p:nvPr/>
          </p:nvGrpSpPr>
          <p:grpSpPr>
            <a:xfrm flipH="1" rot="10800000">
              <a:off x="3654721" y="259175"/>
              <a:ext cx="184470" cy="4334807"/>
              <a:chOff x="5380497" y="383100"/>
              <a:chExt cx="189628" cy="4456010"/>
            </a:xfrm>
          </p:grpSpPr>
          <p:grpSp>
            <p:nvGrpSpPr>
              <p:cNvPr id="840" name="Google Shape;840;p32"/>
              <p:cNvGrpSpPr/>
              <p:nvPr/>
            </p:nvGrpSpPr>
            <p:grpSpPr>
              <a:xfrm>
                <a:off x="5380497" y="3831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41" name="Google Shape;841;p32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42" name="Google Shape;842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43" name="Google Shape;843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44" name="Google Shape;844;p32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45" name="Google Shape;845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46" name="Google Shape;846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47" name="Google Shape;847;p32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48" name="Google Shape;848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49" name="Google Shape;849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50" name="Google Shape;850;p32"/>
              <p:cNvGrpSpPr/>
              <p:nvPr/>
            </p:nvGrpSpPr>
            <p:grpSpPr>
              <a:xfrm>
                <a:off x="5380497" y="16785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51" name="Google Shape;851;p32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52" name="Google Shape;852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53" name="Google Shape;853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54" name="Google Shape;854;p32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55" name="Google Shape;855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56" name="Google Shape;856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57" name="Google Shape;857;p32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58" name="Google Shape;858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59" name="Google Shape;859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60" name="Google Shape;860;p32"/>
              <p:cNvGrpSpPr/>
              <p:nvPr/>
            </p:nvGrpSpPr>
            <p:grpSpPr>
              <a:xfrm>
                <a:off x="5380497" y="29739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61" name="Google Shape;861;p32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62" name="Google Shape;862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63" name="Google Shape;863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64" name="Google Shape;864;p32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65" name="Google Shape;865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66" name="Google Shape;866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67" name="Google Shape;867;p32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68" name="Google Shape;868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69" name="Google Shape;869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70" name="Google Shape;870;p32"/>
              <p:cNvGrpSpPr/>
              <p:nvPr/>
            </p:nvGrpSpPr>
            <p:grpSpPr>
              <a:xfrm>
                <a:off x="5380497" y="4269300"/>
                <a:ext cx="189628" cy="569810"/>
                <a:chOff x="5380497" y="383100"/>
                <a:chExt cx="189628" cy="569810"/>
              </a:xfrm>
            </p:grpSpPr>
            <p:grpSp>
              <p:nvGrpSpPr>
                <p:cNvPr id="871" name="Google Shape;871;p32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72" name="Google Shape;872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73" name="Google Shape;873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74" name="Google Shape;874;p32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75" name="Google Shape;875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76" name="Google Shape;876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</p:grpSp>
      </p:grpSp>
      <p:sp>
        <p:nvSpPr>
          <p:cNvPr id="877" name="Google Shape;877;p32"/>
          <p:cNvSpPr txBox="1"/>
          <p:nvPr>
            <p:ph idx="1" type="body"/>
          </p:nvPr>
        </p:nvSpPr>
        <p:spPr>
          <a:xfrm rot="-199678">
            <a:off x="1297246" y="1801757"/>
            <a:ext cx="2123982" cy="2187983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8" name="Google Shape;878;p32"/>
          <p:cNvSpPr txBox="1"/>
          <p:nvPr>
            <p:ph type="title"/>
          </p:nvPr>
        </p:nvSpPr>
        <p:spPr>
          <a:xfrm rot="-197254">
            <a:off x="1212945" y="1184617"/>
            <a:ext cx="2123895" cy="49582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9" name="Google Shape;879;p32"/>
          <p:cNvSpPr txBox="1"/>
          <p:nvPr>
            <p:ph idx="2" type="title"/>
          </p:nvPr>
        </p:nvSpPr>
        <p:spPr>
          <a:xfrm>
            <a:off x="6254525" y="1962475"/>
            <a:ext cx="16362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b="0" sz="12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880" name="Google Shape;880;p32"/>
          <p:cNvSpPr txBox="1"/>
          <p:nvPr>
            <p:ph idx="3" type="body"/>
          </p:nvPr>
        </p:nvSpPr>
        <p:spPr>
          <a:xfrm>
            <a:off x="6254350" y="2353130"/>
            <a:ext cx="1636200" cy="778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81" name="Google Shape;881;p32"/>
          <p:cNvSpPr txBox="1"/>
          <p:nvPr>
            <p:ph idx="4" type="title"/>
          </p:nvPr>
        </p:nvSpPr>
        <p:spPr>
          <a:xfrm>
            <a:off x="6254525" y="3292150"/>
            <a:ext cx="16362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b="0" sz="12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882" name="Google Shape;882;p32"/>
          <p:cNvSpPr txBox="1"/>
          <p:nvPr>
            <p:ph idx="5" type="body"/>
          </p:nvPr>
        </p:nvSpPr>
        <p:spPr>
          <a:xfrm>
            <a:off x="6254350" y="3682816"/>
            <a:ext cx="1636200" cy="778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83" name="Google Shape;883;p32"/>
          <p:cNvSpPr txBox="1"/>
          <p:nvPr>
            <p:ph idx="6" type="title"/>
          </p:nvPr>
        </p:nvSpPr>
        <p:spPr>
          <a:xfrm>
            <a:off x="4844275" y="2277100"/>
            <a:ext cx="13632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9pPr>
          </a:lstStyle>
          <a:p/>
        </p:txBody>
      </p:sp>
      <p:sp>
        <p:nvSpPr>
          <p:cNvPr id="884" name="Google Shape;884;p32"/>
          <p:cNvSpPr txBox="1"/>
          <p:nvPr>
            <p:ph idx="7" type="subTitle"/>
          </p:nvPr>
        </p:nvSpPr>
        <p:spPr>
          <a:xfrm>
            <a:off x="4844325" y="2702150"/>
            <a:ext cx="13632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85" name="Google Shape;885;p32"/>
          <p:cNvSpPr txBox="1"/>
          <p:nvPr>
            <p:ph idx="8" type="title"/>
          </p:nvPr>
        </p:nvSpPr>
        <p:spPr>
          <a:xfrm>
            <a:off x="4844275" y="3581862"/>
            <a:ext cx="13632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9pPr>
          </a:lstStyle>
          <a:p/>
        </p:txBody>
      </p:sp>
      <p:sp>
        <p:nvSpPr>
          <p:cNvPr id="886" name="Google Shape;886;p32"/>
          <p:cNvSpPr txBox="1"/>
          <p:nvPr>
            <p:ph idx="9" type="subTitle"/>
          </p:nvPr>
        </p:nvSpPr>
        <p:spPr>
          <a:xfrm>
            <a:off x="4844325" y="4006913"/>
            <a:ext cx="13632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87" name="Google Shape;887;p32"/>
          <p:cNvSpPr txBox="1"/>
          <p:nvPr>
            <p:ph idx="13" type="body"/>
          </p:nvPr>
        </p:nvSpPr>
        <p:spPr>
          <a:xfrm>
            <a:off x="4831275" y="508775"/>
            <a:ext cx="3005100" cy="12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arterly Goal">
  <p:cSld name="CUSTOM_1_1_3_1_2"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9" name="Google Shape;889;p33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890" name="Google Shape;890;p33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1" name="Google Shape;891;p33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2" name="Google Shape;892;p33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3" name="Google Shape;893;p33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4" name="Google Shape;894;p33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5" name="Google Shape;895;p33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6" name="Google Shape;896;p33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7" name="Google Shape;897;p33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8" name="Google Shape;898;p33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99" name="Google Shape;899;p33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0" name="Google Shape;900;p33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901" name="Google Shape;901;p33"/>
          <p:cNvSpPr txBox="1"/>
          <p:nvPr>
            <p:ph idx="2" type="title"/>
          </p:nvPr>
        </p:nvSpPr>
        <p:spPr>
          <a:xfrm>
            <a:off x="1060026" y="1816375"/>
            <a:ext cx="21819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02" name="Google Shape;902;p33"/>
          <p:cNvSpPr txBox="1"/>
          <p:nvPr>
            <p:ph idx="3" type="body"/>
          </p:nvPr>
        </p:nvSpPr>
        <p:spPr>
          <a:xfrm>
            <a:off x="1059900" y="2124925"/>
            <a:ext cx="2181900" cy="3633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03" name="Google Shape;903;p33"/>
          <p:cNvSpPr txBox="1"/>
          <p:nvPr>
            <p:ph idx="4" type="title"/>
          </p:nvPr>
        </p:nvSpPr>
        <p:spPr>
          <a:xfrm rot="132356">
            <a:off x="955546" y="2826529"/>
            <a:ext cx="2182317" cy="23657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04" name="Google Shape;904;p33"/>
          <p:cNvSpPr txBox="1"/>
          <p:nvPr>
            <p:ph idx="5" type="body"/>
          </p:nvPr>
        </p:nvSpPr>
        <p:spPr>
          <a:xfrm rot="132356">
            <a:off x="941064" y="3134798"/>
            <a:ext cx="2182317" cy="363274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05" name="Google Shape;905;p33"/>
          <p:cNvSpPr txBox="1"/>
          <p:nvPr>
            <p:ph idx="6" type="title"/>
          </p:nvPr>
        </p:nvSpPr>
        <p:spPr>
          <a:xfrm>
            <a:off x="980676" y="3873125"/>
            <a:ext cx="21819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06" name="Google Shape;906;p33"/>
          <p:cNvSpPr txBox="1"/>
          <p:nvPr>
            <p:ph idx="7" type="body"/>
          </p:nvPr>
        </p:nvSpPr>
        <p:spPr>
          <a:xfrm>
            <a:off x="980550" y="4181675"/>
            <a:ext cx="2181900" cy="3633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07" name="Google Shape;907;p33"/>
          <p:cNvSpPr txBox="1"/>
          <p:nvPr>
            <p:ph idx="8" type="title"/>
          </p:nvPr>
        </p:nvSpPr>
        <p:spPr>
          <a:xfrm rot="126099">
            <a:off x="4508764" y="2120094"/>
            <a:ext cx="1766989" cy="23626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08" name="Google Shape;908;p33"/>
          <p:cNvSpPr txBox="1"/>
          <p:nvPr>
            <p:ph idx="9" type="body"/>
          </p:nvPr>
        </p:nvSpPr>
        <p:spPr>
          <a:xfrm rot="125772">
            <a:off x="4492678" y="2428187"/>
            <a:ext cx="1763380" cy="499236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09" name="Google Shape;909;p33"/>
          <p:cNvSpPr txBox="1"/>
          <p:nvPr>
            <p:ph idx="13" type="title"/>
          </p:nvPr>
        </p:nvSpPr>
        <p:spPr>
          <a:xfrm>
            <a:off x="7140350" y="2580150"/>
            <a:ext cx="1377000" cy="39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10" name="Google Shape;910;p33"/>
          <p:cNvSpPr txBox="1"/>
          <p:nvPr>
            <p:ph idx="14" type="body"/>
          </p:nvPr>
        </p:nvSpPr>
        <p:spPr>
          <a:xfrm>
            <a:off x="7142825" y="3047175"/>
            <a:ext cx="1377000" cy="827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11" name="Google Shape;911;p33"/>
          <p:cNvSpPr txBox="1"/>
          <p:nvPr>
            <p:ph idx="15" type="title"/>
          </p:nvPr>
        </p:nvSpPr>
        <p:spPr>
          <a:xfrm>
            <a:off x="4505150" y="3400100"/>
            <a:ext cx="17250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12" name="Google Shape;912;p33"/>
          <p:cNvSpPr txBox="1"/>
          <p:nvPr>
            <p:ph idx="16" type="body"/>
          </p:nvPr>
        </p:nvSpPr>
        <p:spPr>
          <a:xfrm>
            <a:off x="4505025" y="3708650"/>
            <a:ext cx="1725000" cy="5271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ackground Title">
  <p:cSld name="CUSTOM_1_1_1_1_1_2">
    <p:bg>
      <p:bgPr>
        <a:solidFill>
          <a:schemeClr val="accent3"/>
        </a:solidFill>
      </p:bgPr>
    </p:bg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34"/>
          <p:cNvSpPr/>
          <p:nvPr/>
        </p:nvSpPr>
        <p:spPr>
          <a:xfrm rot="10800000">
            <a:off x="7960900" y="-13950"/>
            <a:ext cx="1192200" cy="11982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15" name="Google Shape;915;p34"/>
          <p:cNvSpPr/>
          <p:nvPr/>
        </p:nvSpPr>
        <p:spPr>
          <a:xfrm>
            <a:off x="7735575" y="-10150"/>
            <a:ext cx="1428750" cy="1320800"/>
          </a:xfrm>
          <a:custGeom>
            <a:rect b="b" l="l" r="r" t="t"/>
            <a:pathLst>
              <a:path extrusionOk="0" h="52832" w="57150">
                <a:moveTo>
                  <a:pt x="4572" y="0"/>
                </a:moveTo>
                <a:lnTo>
                  <a:pt x="0" y="51308"/>
                </a:lnTo>
                <a:lnTo>
                  <a:pt x="57150" y="52832"/>
                </a:lnTo>
                <a:lnTo>
                  <a:pt x="57150" y="47752"/>
                </a:lnTo>
                <a:lnTo>
                  <a:pt x="91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916" name="Google Shape;916;p34"/>
          <p:cNvSpPr txBox="1"/>
          <p:nvPr>
            <p:ph type="title"/>
          </p:nvPr>
        </p:nvSpPr>
        <p:spPr>
          <a:xfrm>
            <a:off x="508875" y="1998400"/>
            <a:ext cx="6149700" cy="18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9pPr>
          </a:lstStyle>
          <a:p/>
        </p:txBody>
      </p:sp>
      <p:sp>
        <p:nvSpPr>
          <p:cNvPr id="917" name="Google Shape;917;p34"/>
          <p:cNvSpPr txBox="1"/>
          <p:nvPr>
            <p:ph idx="1" type="body"/>
          </p:nvPr>
        </p:nvSpPr>
        <p:spPr>
          <a:xfrm>
            <a:off x="508950" y="3845575"/>
            <a:ext cx="4499700" cy="8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18" name="Google Shape;918;p34"/>
          <p:cNvSpPr txBox="1"/>
          <p:nvPr>
            <p:ph idx="2" type="subTitle"/>
          </p:nvPr>
        </p:nvSpPr>
        <p:spPr>
          <a:xfrm rot="-252596">
            <a:off x="5199023" y="3875031"/>
            <a:ext cx="1487514" cy="689167"/>
          </a:xfrm>
          <a:prstGeom prst="rect">
            <a:avLst/>
          </a:prstGeom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b="1" sz="1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Notes with dark background">
  <p:cSld name="CUSTOM_1_1_1_4">
    <p:bg>
      <p:bgPr>
        <a:solidFill>
          <a:schemeClr val="lt1"/>
        </a:solidFill>
      </p:bgPr>
    </p:bg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35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21" name="Google Shape;921;p35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22" name="Google Shape;922;p35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23" name="Google Shape;923;p35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924" name="Google Shape;924;p35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5" name="Google Shape;925;p35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6" name="Google Shape;926;p35"/>
          <p:cNvSpPr txBox="1"/>
          <p:nvPr>
            <p:ph type="title"/>
          </p:nvPr>
        </p:nvSpPr>
        <p:spPr>
          <a:xfrm>
            <a:off x="2563250" y="1900525"/>
            <a:ext cx="1767000" cy="11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7" name="Google Shape;927;p35"/>
          <p:cNvSpPr txBox="1"/>
          <p:nvPr>
            <p:ph idx="2" type="title"/>
          </p:nvPr>
        </p:nvSpPr>
        <p:spPr>
          <a:xfrm rot="-261567">
            <a:off x="710939" y="1685986"/>
            <a:ext cx="1847044" cy="1173986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8" name="Google Shape;928;p35"/>
          <p:cNvSpPr txBox="1"/>
          <p:nvPr>
            <p:ph idx="3" type="title"/>
          </p:nvPr>
        </p:nvSpPr>
        <p:spPr>
          <a:xfrm rot="520">
            <a:off x="4330173" y="1683025"/>
            <a:ext cx="1981500" cy="1310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9" name="Google Shape;929;p35"/>
          <p:cNvSpPr txBox="1"/>
          <p:nvPr>
            <p:ph idx="4" type="title"/>
          </p:nvPr>
        </p:nvSpPr>
        <p:spPr>
          <a:xfrm rot="158281">
            <a:off x="6392594" y="1886282"/>
            <a:ext cx="1981500" cy="1310588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30" name="Google Shape;930;p35"/>
          <p:cNvSpPr txBox="1"/>
          <p:nvPr>
            <p:ph idx="5" type="title"/>
          </p:nvPr>
        </p:nvSpPr>
        <p:spPr>
          <a:xfrm rot="-204021">
            <a:off x="3560217" y="3689616"/>
            <a:ext cx="1608432" cy="681005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Subtitle - Alt 1">
  <p:cSld name="CUSTOM_1_1_3_1_3"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2" name="Google Shape;932;p36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933" name="Google Shape;933;p36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4" name="Google Shape;934;p36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5" name="Google Shape;935;p36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6" name="Google Shape;936;p36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7" name="Google Shape;937;p36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8" name="Google Shape;938;p36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9" name="Google Shape;939;p36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40" name="Google Shape;940;p36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41" name="Google Shape;941;p36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942" name="Google Shape;942;p36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43" name="Google Shape;943;p36"/>
          <p:cNvGrpSpPr/>
          <p:nvPr/>
        </p:nvGrpSpPr>
        <p:grpSpPr>
          <a:xfrm>
            <a:off x="114421" y="175123"/>
            <a:ext cx="134104" cy="4750255"/>
            <a:chOff x="114421" y="175123"/>
            <a:chExt cx="134104" cy="4750255"/>
          </a:xfrm>
        </p:grpSpPr>
        <p:grpSp>
          <p:nvGrpSpPr>
            <p:cNvPr id="944" name="Google Shape;944;p36"/>
            <p:cNvGrpSpPr/>
            <p:nvPr/>
          </p:nvGrpSpPr>
          <p:grpSpPr>
            <a:xfrm>
              <a:off x="114421" y="175123"/>
              <a:ext cx="134104" cy="4334807"/>
              <a:chOff x="5432271" y="383100"/>
              <a:chExt cx="137854" cy="4456010"/>
            </a:xfrm>
          </p:grpSpPr>
          <p:grpSp>
            <p:nvGrpSpPr>
              <p:cNvPr id="945" name="Google Shape;945;p36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946" name="Google Shape;946;p36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47" name="Google Shape;947;p36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48" name="Google Shape;948;p36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949" name="Google Shape;949;p36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950" name="Google Shape;950;p36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51" name="Google Shape;951;p36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52" name="Google Shape;952;p36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953" name="Google Shape;953;p36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954" name="Google Shape;954;p36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55" name="Google Shape;955;p36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56" name="Google Shape;956;p36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957" name="Google Shape;957;p36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958" name="Google Shape;958;p36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59" name="Google Shape;959;p36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960" name="Google Shape;960;p36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961" name="Google Shape;961;p36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2" name="Google Shape;962;p36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3" name="Google Shape;963;p36"/>
          <p:cNvSpPr txBox="1"/>
          <p:nvPr>
            <p:ph idx="2" type="subTitle"/>
          </p:nvPr>
        </p:nvSpPr>
        <p:spPr>
          <a:xfrm>
            <a:off x="1541800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964" name="Google Shape;964;p36"/>
          <p:cNvSpPr txBox="1"/>
          <p:nvPr>
            <p:ph idx="3" type="subTitle"/>
          </p:nvPr>
        </p:nvSpPr>
        <p:spPr>
          <a:xfrm>
            <a:off x="3423025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965" name="Google Shape;965;p36"/>
          <p:cNvSpPr txBox="1"/>
          <p:nvPr>
            <p:ph idx="4" type="subTitle"/>
          </p:nvPr>
        </p:nvSpPr>
        <p:spPr>
          <a:xfrm>
            <a:off x="5307725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966" name="Google Shape;966;p36"/>
          <p:cNvSpPr txBox="1"/>
          <p:nvPr>
            <p:ph idx="5" type="subTitle"/>
          </p:nvPr>
        </p:nvSpPr>
        <p:spPr>
          <a:xfrm>
            <a:off x="7170900" y="1729575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967" name="Google Shape;967;p36"/>
          <p:cNvSpPr txBox="1"/>
          <p:nvPr>
            <p:ph idx="6" type="body"/>
          </p:nvPr>
        </p:nvSpPr>
        <p:spPr>
          <a:xfrm>
            <a:off x="13044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68" name="Google Shape;968;p36"/>
          <p:cNvSpPr txBox="1"/>
          <p:nvPr>
            <p:ph idx="7" type="body"/>
          </p:nvPr>
        </p:nvSpPr>
        <p:spPr>
          <a:xfrm>
            <a:off x="31303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69" name="Google Shape;969;p36"/>
          <p:cNvSpPr txBox="1"/>
          <p:nvPr>
            <p:ph idx="8" type="body"/>
          </p:nvPr>
        </p:nvSpPr>
        <p:spPr>
          <a:xfrm>
            <a:off x="49802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70" name="Google Shape;970;p36"/>
          <p:cNvSpPr txBox="1"/>
          <p:nvPr>
            <p:ph idx="9" type="body"/>
          </p:nvPr>
        </p:nvSpPr>
        <p:spPr>
          <a:xfrm>
            <a:off x="6878250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3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73" name="Google Shape;973;p3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78" name="Google Shape;978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81" name="Google Shape;981;p4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82" name="Google Shape;982;p4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4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87" name="Google Shape;987;p4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4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4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92" name="Google Shape;992;p4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93" name="Google Shape;993;p4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4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4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98" name="Google Shape;998;p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48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2" name="Google Shape;1002;p48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3" name="Google Shape;1003;p48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4" name="Google Shape;1004;p48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5" name="Google Shape;1005;p48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6" name="Google Shape;1006;p48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7" name="Google Shape;1007;p48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10" name="Google Shape;1010;p49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11" name="Google Shape;1011;p49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5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14" name="Google Shape;1014;p50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15" name="Google Shape;1015;p50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16" name="Google Shape;1016;p50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7" name="Google Shape;1017;p50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51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20" name="Google Shape;1020;p51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21" name="Google Shape;1021;p5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22" name="Google Shape;1022;p51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3" name="Google Shape;1023;p51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4" name="Google Shape;1024;p51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5" name="Google Shape;1025;p51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28" name="Google Shape;1028;p5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5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31" name="Google Shape;1031;p5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032" name="Google Shape;1032;p5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033" name="Google Shape;1033;p5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34" name="Google Shape;1034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35" name="Google Shape;1035;p5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36" name="Google Shape;1036;p5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5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39" name="Google Shape;1039;p5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40" name="Google Shape;1040;p5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41" name="Google Shape;1041;p5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42" name="Google Shape;1042;p5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43" name="Google Shape;1043;p5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44" name="Google Shape;1044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45" name="Google Shape;1045;p5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46" name="Google Shape;1046;p5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47" name="Google Shape;1047;p5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5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5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2" name="Google Shape;1052;p5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3" name="Google Shape;1053;p5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4" name="Google Shape;1054;p5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5" name="Google Shape;1055;p5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6" name="Google Shape;1056;p5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7" name="Google Shape;1057;p5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58" name="Google Shape;1058;p5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9" name="Google Shape;1059;p5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60" name="Google Shape;1060;p5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theme" Target="../theme/theme3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9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57"/>
          <p:cNvSpPr txBox="1"/>
          <p:nvPr>
            <p:ph type="title"/>
          </p:nvPr>
        </p:nvSpPr>
        <p:spPr>
          <a:xfrm>
            <a:off x="1081850" y="1719900"/>
            <a:ext cx="6984900" cy="169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Whack A Mole</a:t>
            </a:r>
            <a:endParaRPr/>
          </a:p>
        </p:txBody>
      </p:sp>
      <p:sp>
        <p:nvSpPr>
          <p:cNvPr id="1066" name="Google Shape;1066;p57"/>
          <p:cNvSpPr txBox="1"/>
          <p:nvPr>
            <p:ph idx="2" type="title"/>
          </p:nvPr>
        </p:nvSpPr>
        <p:spPr>
          <a:xfrm rot="-53728">
            <a:off x="5546896" y="3228550"/>
            <a:ext cx="940615" cy="338743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  Group 3</a:t>
            </a:r>
            <a:endParaRPr/>
          </a:p>
        </p:txBody>
      </p:sp>
      <p:sp>
        <p:nvSpPr>
          <p:cNvPr id="1067" name="Google Shape;1067;p57"/>
          <p:cNvSpPr txBox="1"/>
          <p:nvPr>
            <p:ph idx="1" type="body"/>
          </p:nvPr>
        </p:nvSpPr>
        <p:spPr>
          <a:xfrm>
            <a:off x="2655375" y="4170725"/>
            <a:ext cx="3615000" cy="46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1068" name="Google Shape;1068;p57"/>
          <p:cNvSpPr txBox="1"/>
          <p:nvPr>
            <p:ph idx="3" type="title"/>
          </p:nvPr>
        </p:nvSpPr>
        <p:spPr>
          <a:xfrm rot="-555761">
            <a:off x="6594632" y="3130269"/>
            <a:ext cx="1047458" cy="30124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1069" name="Google Shape;1069;p57"/>
          <p:cNvSpPr txBox="1"/>
          <p:nvPr>
            <p:ph idx="4" type="subTitle"/>
          </p:nvPr>
        </p:nvSpPr>
        <p:spPr>
          <a:xfrm rot="-503039">
            <a:off x="2206578" y="1204399"/>
            <a:ext cx="2211838" cy="438184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/>
              <a:t>ENGG 3000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58"/>
          <p:cNvSpPr txBox="1"/>
          <p:nvPr>
            <p:ph type="title"/>
          </p:nvPr>
        </p:nvSpPr>
        <p:spPr>
          <a:xfrm>
            <a:off x="2940975" y="-58062"/>
            <a:ext cx="3357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System Architecture</a:t>
            </a:r>
            <a:endParaRPr/>
          </a:p>
        </p:txBody>
      </p:sp>
      <p:pic>
        <p:nvPicPr>
          <p:cNvPr id="1075" name="Google Shape;1075;p58" title="left Bo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8322" y="2709788"/>
            <a:ext cx="1198555" cy="1969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6" name="Google Shape;1076;p58" title="right bo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02375" y="2738925"/>
            <a:ext cx="1211397" cy="1977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7" name="Google Shape;1077;p58" title="Gam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29713" y="727304"/>
            <a:ext cx="2084575" cy="150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8" name="Google Shape;1078;p58" title="Centre Box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13475" y="2772350"/>
            <a:ext cx="1412300" cy="1910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9" name="Google Shape;1079;p58" title="wifi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26663" y="2304613"/>
            <a:ext cx="785925" cy="395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0" name="Google Shape;1080;p58" title="left arr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193575" y="3243275"/>
            <a:ext cx="1663200" cy="30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1" name="Google Shape;1081;p58" title="right ar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82475" y="3243276"/>
            <a:ext cx="1663200" cy="30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2" name="Google Shape;1082;p58"/>
          <p:cNvSpPr txBox="1"/>
          <p:nvPr/>
        </p:nvSpPr>
        <p:spPr>
          <a:xfrm>
            <a:off x="2193575" y="4124750"/>
            <a:ext cx="729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Left Box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83" name="Google Shape;1083;p58"/>
          <p:cNvSpPr txBox="1"/>
          <p:nvPr/>
        </p:nvSpPr>
        <p:spPr>
          <a:xfrm>
            <a:off x="6373375" y="4124750"/>
            <a:ext cx="729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Right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Box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84" name="Google Shape;1084;p58"/>
          <p:cNvSpPr txBox="1"/>
          <p:nvPr/>
        </p:nvSpPr>
        <p:spPr>
          <a:xfrm>
            <a:off x="4283475" y="4634675"/>
            <a:ext cx="729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Centre</a:t>
            </a: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Box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85" name="Google Shape;1085;p58"/>
          <p:cNvSpPr txBox="1"/>
          <p:nvPr/>
        </p:nvSpPr>
        <p:spPr>
          <a:xfrm>
            <a:off x="5119825" y="2240988"/>
            <a:ext cx="1875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TCP via local WiFi access point</a:t>
            </a:r>
            <a:endParaRPr sz="11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59"/>
          <p:cNvSpPr txBox="1"/>
          <p:nvPr>
            <p:ph type="title"/>
          </p:nvPr>
        </p:nvSpPr>
        <p:spPr>
          <a:xfrm>
            <a:off x="3251250" y="-5070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TITLE</a:t>
            </a:r>
            <a:endParaRPr/>
          </a:p>
        </p:txBody>
      </p:sp>
      <p:pic>
        <p:nvPicPr>
          <p:cNvPr id="1091" name="Google Shape;1091;p59" title="xray lef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8950" y="386525"/>
            <a:ext cx="2722350" cy="452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59"/>
          <p:cNvSpPr txBox="1"/>
          <p:nvPr/>
        </p:nvSpPr>
        <p:spPr>
          <a:xfrm>
            <a:off x="4619625" y="1370100"/>
            <a:ext cx="422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Isolated Tiers</a:t>
            </a:r>
            <a:endParaRPr sz="12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093" name="Google Shape;1093;p59"/>
          <p:cNvSpPr txBox="1"/>
          <p:nvPr>
            <p:ph idx="8" type="body"/>
          </p:nvPr>
        </p:nvSpPr>
        <p:spPr>
          <a:xfrm>
            <a:off x="4729525" y="1739400"/>
            <a:ext cx="4312800" cy="5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Debug one layer at a time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Only faulty tier needs examining</a:t>
            </a:r>
            <a:endParaRPr/>
          </a:p>
        </p:txBody>
      </p:sp>
      <p:sp>
        <p:nvSpPr>
          <p:cNvPr id="1094" name="Google Shape;1094;p59"/>
          <p:cNvSpPr txBox="1"/>
          <p:nvPr/>
        </p:nvSpPr>
        <p:spPr>
          <a:xfrm>
            <a:off x="4729525" y="2738750"/>
            <a:ext cx="422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Modular Design</a:t>
            </a:r>
            <a:endParaRPr sz="12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095" name="Google Shape;1095;p59"/>
          <p:cNvSpPr txBox="1"/>
          <p:nvPr>
            <p:ph idx="8" type="body"/>
          </p:nvPr>
        </p:nvSpPr>
        <p:spPr>
          <a:xfrm>
            <a:off x="4839425" y="3108050"/>
            <a:ext cx="4312800" cy="5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Easy addition of features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60"/>
          <p:cNvSpPr txBox="1"/>
          <p:nvPr>
            <p:ph type="title"/>
          </p:nvPr>
        </p:nvSpPr>
        <p:spPr>
          <a:xfrm>
            <a:off x="3251250" y="-5070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TITLE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61"/>
          <p:cNvSpPr txBox="1"/>
          <p:nvPr>
            <p:ph type="title"/>
          </p:nvPr>
        </p:nvSpPr>
        <p:spPr>
          <a:xfrm>
            <a:off x="3251250" y="-5070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TITLE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62"/>
          <p:cNvSpPr txBox="1"/>
          <p:nvPr>
            <p:ph type="title"/>
          </p:nvPr>
        </p:nvSpPr>
        <p:spPr>
          <a:xfrm>
            <a:off x="3251250" y="-5070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TITLE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APER AGENDA">
  <a:themeElements>
    <a:clrScheme name="Simple Light">
      <a:dk1>
        <a:srgbClr val="E9E4DB"/>
      </a:dk1>
      <a:lt1>
        <a:srgbClr val="131313"/>
      </a:lt1>
      <a:dk2>
        <a:srgbClr val="E96A64"/>
      </a:dk2>
      <a:lt2>
        <a:srgbClr val="299F9C"/>
      </a:lt2>
      <a:accent1>
        <a:srgbClr val="C0534D"/>
      </a:accent1>
      <a:accent2>
        <a:srgbClr val="207D7B"/>
      </a:accent2>
      <a:accent3>
        <a:srgbClr val="6E9960"/>
      </a:accent3>
      <a:accent4>
        <a:srgbClr val="444746"/>
      </a:accent4>
      <a:accent5>
        <a:srgbClr val="CDC7B9"/>
      </a:accent5>
      <a:accent6>
        <a:srgbClr val="F5F5F5"/>
      </a:accent6>
      <a:hlink>
        <a:srgbClr val="577D4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